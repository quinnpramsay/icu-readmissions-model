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5"/>
    <p:sldMasterId id="214748370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y="5143500" cx="9144000"/>
  <p:notesSz cx="6858000" cy="9144000"/>
  <p:embeddedFontLst>
    <p:embeddedFont>
      <p:font typeface="IBM Plex Sans"/>
      <p:regular r:id="rId21"/>
      <p:bold r:id="rId22"/>
      <p:italic r:id="rId23"/>
      <p:boldItalic r:id="rId24"/>
    </p:embeddedFont>
    <p:embeddedFont>
      <p:font typeface="Sora SemiBold"/>
      <p:regular r:id="rId25"/>
      <p:bold r:id="rId26"/>
    </p:embeddedFont>
    <p:embeddedFont>
      <p:font typeface="IBM Plex Sans Medium"/>
      <p:regular r:id="rId27"/>
      <p:bold r:id="rId28"/>
      <p:italic r:id="rId29"/>
      <p:boldItalic r:id="rId30"/>
    </p:embeddedFont>
    <p:embeddedFont>
      <p:font typeface="Sora Light"/>
      <p:regular r:id="rId31"/>
      <p:bold r:id="rId32"/>
    </p:embeddedFont>
    <p:embeddedFont>
      <p:font typeface="Sora ExtraLight"/>
      <p:regular r:id="rId33"/>
      <p:bold r:id="rId34"/>
    </p:embeddedFont>
    <p:embeddedFont>
      <p:font typeface="Sora"/>
      <p:regular r:id="rId35"/>
      <p:bold r:id="rId36"/>
    </p:embeddedFont>
    <p:embeddedFont>
      <p:font typeface="Barlow"/>
      <p:regular r:id="rId37"/>
      <p:bold r:id="rId38"/>
      <p:italic r:id="rId39"/>
      <p:boldItalic r:id="rId40"/>
    </p:embeddedFont>
    <p:embeddedFont>
      <p:font typeface="Sora Medium"/>
      <p:regular r:id="rId41"/>
      <p:bold r:id="rId42"/>
    </p:embeddedFont>
    <p:embeddedFont>
      <p:font typeface="IBM Plex Sans SemiBold"/>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80D9D39-27FC-41E0-AB46-CC46AE7AD345}">
  <a:tblStyle styleId="{A80D9D39-27FC-41E0-AB46-CC46AE7AD34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Barlow-boldItalic.fntdata"/><Relationship Id="rId42" Type="http://schemas.openxmlformats.org/officeDocument/2006/relationships/font" Target="fonts/SoraMedium-bold.fntdata"/><Relationship Id="rId41" Type="http://schemas.openxmlformats.org/officeDocument/2006/relationships/font" Target="fonts/SoraMedium-regular.fntdata"/><Relationship Id="rId44" Type="http://schemas.openxmlformats.org/officeDocument/2006/relationships/font" Target="fonts/IBMPlexSansSemiBold-bold.fntdata"/><Relationship Id="rId43" Type="http://schemas.openxmlformats.org/officeDocument/2006/relationships/font" Target="fonts/IBMPlexSansSemiBold-regular.fntdata"/><Relationship Id="rId46" Type="http://schemas.openxmlformats.org/officeDocument/2006/relationships/font" Target="fonts/IBMPlexSansSemiBold-boldItalic.fntdata"/><Relationship Id="rId45" Type="http://schemas.openxmlformats.org/officeDocument/2006/relationships/font" Target="fonts/IBMPlexSansSemi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SoraLight-regular.fntdata"/><Relationship Id="rId30" Type="http://schemas.openxmlformats.org/officeDocument/2006/relationships/font" Target="fonts/IBMPlexSansMedium-boldItalic.fntdata"/><Relationship Id="rId33" Type="http://schemas.openxmlformats.org/officeDocument/2006/relationships/font" Target="fonts/SoraExtraLight-regular.fntdata"/><Relationship Id="rId32" Type="http://schemas.openxmlformats.org/officeDocument/2006/relationships/font" Target="fonts/SoraLight-bold.fntdata"/><Relationship Id="rId35" Type="http://schemas.openxmlformats.org/officeDocument/2006/relationships/font" Target="fonts/Sora-regular.fntdata"/><Relationship Id="rId34" Type="http://schemas.openxmlformats.org/officeDocument/2006/relationships/font" Target="fonts/SoraExtraLight-bold.fntdata"/><Relationship Id="rId37" Type="http://schemas.openxmlformats.org/officeDocument/2006/relationships/font" Target="fonts/Barlow-regular.fntdata"/><Relationship Id="rId36" Type="http://schemas.openxmlformats.org/officeDocument/2006/relationships/font" Target="fonts/Sora-bold.fntdata"/><Relationship Id="rId39" Type="http://schemas.openxmlformats.org/officeDocument/2006/relationships/font" Target="fonts/Barlow-italic.fntdata"/><Relationship Id="rId38" Type="http://schemas.openxmlformats.org/officeDocument/2006/relationships/font" Target="fonts/Barlow-bold.fntdata"/><Relationship Id="rId20" Type="http://schemas.openxmlformats.org/officeDocument/2006/relationships/slide" Target="slides/slide13.xml"/><Relationship Id="rId22" Type="http://schemas.openxmlformats.org/officeDocument/2006/relationships/font" Target="fonts/IBMPlexSans-bold.fntdata"/><Relationship Id="rId21" Type="http://schemas.openxmlformats.org/officeDocument/2006/relationships/font" Target="fonts/IBMPlexSans-regular.fntdata"/><Relationship Id="rId24" Type="http://schemas.openxmlformats.org/officeDocument/2006/relationships/font" Target="fonts/IBMPlexSans-boldItalic.fntdata"/><Relationship Id="rId23" Type="http://schemas.openxmlformats.org/officeDocument/2006/relationships/font" Target="fonts/IBMPlexSans-italic.fntdata"/><Relationship Id="rId26" Type="http://schemas.openxmlformats.org/officeDocument/2006/relationships/font" Target="fonts/SoraSemiBold-bold.fntdata"/><Relationship Id="rId25" Type="http://schemas.openxmlformats.org/officeDocument/2006/relationships/font" Target="fonts/SoraSemiBold-regular.fntdata"/><Relationship Id="rId28" Type="http://schemas.openxmlformats.org/officeDocument/2006/relationships/font" Target="fonts/IBMPlexSansMedium-bold.fntdata"/><Relationship Id="rId27" Type="http://schemas.openxmlformats.org/officeDocument/2006/relationships/font" Target="fonts/IBMPlexSansMedium-regular.fntdata"/><Relationship Id="rId29" Type="http://schemas.openxmlformats.org/officeDocument/2006/relationships/font" Target="fonts/IBMPlexSansMedium-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3ac64bebc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1" name="Google Shape;931;g3ac64bebcd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Crawford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ac64bebcd8_0_1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7" name="Google Shape;937;g3ac64bebcd8_0_1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Quinn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1" name="Shape 941"/>
        <p:cNvGrpSpPr/>
        <p:nvPr/>
      </p:nvGrpSpPr>
      <p:grpSpPr>
        <a:xfrm>
          <a:off x="0" y="0"/>
          <a:ext cx="0" cy="0"/>
          <a:chOff x="0" y="0"/>
          <a:chExt cx="0" cy="0"/>
        </a:xfrm>
      </p:grpSpPr>
      <p:sp>
        <p:nvSpPr>
          <p:cNvPr id="942" name="Google Shape;942;g3ac64bebcd8_0_15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3" name="Google Shape;943;g3ac64bebcd8_0_15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Quinn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ac64bebcd8_0_1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3ac64bebcd8_0_1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Crawford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g3ac64bebcd8_0_1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5" name="Google Shape;955;g3ac64bebcd8_0_1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Crawford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3ac64bebcd8_0_1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2" name="Google Shape;972;g3ac64bebcd8_0_1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Quinn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ac64bebcd8_0_15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9" name="Google Shape;979;g3ac64bebcd8_0_1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Crawford</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3ac64bebcd8_0_1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6" name="Google Shape;986;g3ac64bebcd8_0_1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Crawford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3ac64bebcd8_0_1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3ac64bebcd8_0_1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Quinn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g3ac64bebcd8_0_15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0" name="Google Shape;1000;g3ac64bebcd8_0_15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Quinn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ac64bebcd8_0_1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6" name="Google Shape;1006;g3ac64bebcd8_0_1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Crawford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ac64bebcd8_0_5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ac64bebcd8_0_5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ac64bebcd8_0_1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7" name="Google Shape;1017;g3ac64bebcd8_0_1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 Alt 2">
  <p:cSld name="BLANK_2">
    <p:bg>
      <p:bgPr>
        <a:solidFill>
          <a:schemeClr val="lt1"/>
        </a:solidFill>
      </p:bgPr>
    </p:bg>
    <p:spTree>
      <p:nvGrpSpPr>
        <p:cNvPr id="54" name="Shape 54"/>
        <p:cNvGrpSpPr/>
        <p:nvPr/>
      </p:nvGrpSpPr>
      <p:grpSpPr>
        <a:xfrm>
          <a:off x="0" y="0"/>
          <a:ext cx="0" cy="0"/>
          <a:chOff x="0" y="0"/>
          <a:chExt cx="0" cy="0"/>
        </a:xfrm>
      </p:grpSpPr>
      <p:sp>
        <p:nvSpPr>
          <p:cNvPr id="55" name="Google Shape;55;p14"/>
          <p:cNvSpPr txBox="1"/>
          <p:nvPr>
            <p:ph idx="1" type="subTitle"/>
          </p:nvPr>
        </p:nvSpPr>
        <p:spPr>
          <a:xfrm>
            <a:off x="130200" y="4291350"/>
            <a:ext cx="4922100" cy="739200"/>
          </a:xfrm>
          <a:prstGeom prst="rect">
            <a:avLst/>
          </a:prstGeom>
        </p:spPr>
        <p:txBody>
          <a:bodyPr anchorCtr="0" anchor="b"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6" name="Google Shape;56;p14"/>
          <p:cNvSpPr/>
          <p:nvPr/>
        </p:nvSpPr>
        <p:spPr>
          <a:xfrm rot="-900003">
            <a:off x="2618331" y="-723216"/>
            <a:ext cx="4001240" cy="1687704"/>
          </a:xfrm>
          <a:prstGeom prst="chord">
            <a:avLst>
              <a:gd fmla="val 694140" name="adj1"/>
              <a:gd fmla="val 11948531"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 name="Google Shape;57;p14"/>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58" name="Google Shape;58;p14"/>
          <p:cNvSpPr/>
          <p:nvPr/>
        </p:nvSpPr>
        <p:spPr>
          <a:xfrm>
            <a:off x="228600" y="4445350"/>
            <a:ext cx="4823700" cy="210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59" name="Google Shape;59;p14"/>
          <p:cNvGrpSpPr/>
          <p:nvPr/>
        </p:nvGrpSpPr>
        <p:grpSpPr>
          <a:xfrm flipH="1" rot="10800000">
            <a:off x="4395238" y="-11"/>
            <a:ext cx="4748757" cy="2797859"/>
            <a:chOff x="3200875" y="1642950"/>
            <a:chExt cx="5970275" cy="3517550"/>
          </a:xfrm>
        </p:grpSpPr>
        <p:sp>
          <p:nvSpPr>
            <p:cNvPr id="60" name="Google Shape;60;p14"/>
            <p:cNvSpPr/>
            <p:nvPr/>
          </p:nvSpPr>
          <p:spPr>
            <a:xfrm>
              <a:off x="4208325" y="1644500"/>
              <a:ext cx="4962825" cy="3516000"/>
            </a:xfrm>
            <a:custGeom>
              <a:rect b="b" l="l" r="r" t="t"/>
              <a:pathLst>
                <a:path extrusionOk="0" h="140640" w="198513">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61" name="Google Shape;61;p14"/>
            <p:cNvSpPr/>
            <p:nvPr/>
          </p:nvSpPr>
          <p:spPr>
            <a:xfrm>
              <a:off x="3200875" y="1642950"/>
              <a:ext cx="1795975" cy="3517550"/>
            </a:xfrm>
            <a:custGeom>
              <a:rect b="b" l="l" r="r" t="t"/>
              <a:pathLst>
                <a:path extrusionOk="0" h="140702" w="71839">
                  <a:moveTo>
                    <a:pt x="71839" y="0"/>
                  </a:moveTo>
                  <a:lnTo>
                    <a:pt x="40808" y="140702"/>
                  </a:lnTo>
                  <a:lnTo>
                    <a:pt x="0" y="140702"/>
                  </a:lnTo>
                  <a:close/>
                </a:path>
              </a:pathLst>
            </a:custGeom>
            <a:solidFill>
              <a:schemeClr val="accent5"/>
            </a:solidFill>
            <a:ln>
              <a:noFill/>
            </a:ln>
          </p:spPr>
        </p:sp>
      </p:grpSp>
      <p:grpSp>
        <p:nvGrpSpPr>
          <p:cNvPr id="62" name="Google Shape;62;p14"/>
          <p:cNvGrpSpPr/>
          <p:nvPr/>
        </p:nvGrpSpPr>
        <p:grpSpPr>
          <a:xfrm flipH="1">
            <a:off x="6309311" y="2793726"/>
            <a:ext cx="2834695" cy="1890116"/>
            <a:chOff x="312900" y="2793625"/>
            <a:chExt cx="2221200" cy="1481050"/>
          </a:xfrm>
        </p:grpSpPr>
        <p:grpSp>
          <p:nvGrpSpPr>
            <p:cNvPr id="63" name="Google Shape;63;p14"/>
            <p:cNvGrpSpPr/>
            <p:nvPr/>
          </p:nvGrpSpPr>
          <p:grpSpPr>
            <a:xfrm>
              <a:off x="312900" y="2793625"/>
              <a:ext cx="1851000" cy="1481050"/>
              <a:chOff x="461225" y="3249175"/>
              <a:chExt cx="1851000" cy="1481050"/>
            </a:xfrm>
          </p:grpSpPr>
          <p:grpSp>
            <p:nvGrpSpPr>
              <p:cNvPr id="64" name="Google Shape;64;p14"/>
              <p:cNvGrpSpPr/>
              <p:nvPr/>
            </p:nvGrpSpPr>
            <p:grpSpPr>
              <a:xfrm>
                <a:off x="461225" y="3249175"/>
                <a:ext cx="1851000" cy="370200"/>
                <a:chOff x="461225" y="3249175"/>
                <a:chExt cx="1851000" cy="370200"/>
              </a:xfrm>
            </p:grpSpPr>
            <p:sp>
              <p:nvSpPr>
                <p:cNvPr id="65" name="Google Shape;65;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6" name="Google Shape;66;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 name="Google Shape;6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8" name="Google Shape;68;p14"/>
              <p:cNvGrpSpPr/>
              <p:nvPr/>
            </p:nvGrpSpPr>
            <p:grpSpPr>
              <a:xfrm>
                <a:off x="461225" y="3619500"/>
                <a:ext cx="1480800" cy="370200"/>
                <a:chOff x="461225" y="3249175"/>
                <a:chExt cx="1480800" cy="370200"/>
              </a:xfrm>
            </p:grpSpPr>
            <p:sp>
              <p:nvSpPr>
                <p:cNvPr id="69" name="Google Shape;6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 name="Google Shape;70;p14"/>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 name="Google Shape;71;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 name="Google Shape;72;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 name="Google Shape;73;p14"/>
              <p:cNvGrpSpPr/>
              <p:nvPr/>
            </p:nvGrpSpPr>
            <p:grpSpPr>
              <a:xfrm>
                <a:off x="461225" y="3989700"/>
                <a:ext cx="1851000" cy="370200"/>
                <a:chOff x="461225" y="3249175"/>
                <a:chExt cx="1851000" cy="370200"/>
              </a:xfrm>
            </p:grpSpPr>
            <p:sp>
              <p:nvSpPr>
                <p:cNvPr id="74" name="Google Shape;74;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5" name="Google Shape;75;p14"/>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 name="Google Shape;76;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 name="Google Shape;77;p14"/>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8" name="Google Shape;78;p14"/>
              <p:cNvGrpSpPr/>
              <p:nvPr/>
            </p:nvGrpSpPr>
            <p:grpSpPr>
              <a:xfrm>
                <a:off x="461225" y="4360025"/>
                <a:ext cx="1480800" cy="370200"/>
                <a:chOff x="461225" y="3249175"/>
                <a:chExt cx="1480800" cy="370200"/>
              </a:xfrm>
            </p:grpSpPr>
            <p:sp>
              <p:nvSpPr>
                <p:cNvPr id="79" name="Google Shape;79;p14"/>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 name="Google Shape;80;p14"/>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1" name="Google Shape;81;p14"/>
            <p:cNvSpPr/>
            <p:nvPr/>
          </p:nvSpPr>
          <p:spPr>
            <a:xfrm>
              <a:off x="2163900" y="390358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 name="Google Shape;82;p14"/>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_3">
    <p:spTree>
      <p:nvGrpSpPr>
        <p:cNvPr id="83" name="Shape 83"/>
        <p:cNvGrpSpPr/>
        <p:nvPr/>
      </p:nvGrpSpPr>
      <p:grpSpPr>
        <a:xfrm>
          <a:off x="0" y="0"/>
          <a:ext cx="0" cy="0"/>
          <a:chOff x="0" y="0"/>
          <a:chExt cx="0" cy="0"/>
        </a:xfrm>
      </p:grpSpPr>
      <p:grpSp>
        <p:nvGrpSpPr>
          <p:cNvPr id="84" name="Google Shape;84;p15"/>
          <p:cNvGrpSpPr/>
          <p:nvPr/>
        </p:nvGrpSpPr>
        <p:grpSpPr>
          <a:xfrm flipH="1">
            <a:off x="6169505" y="2816179"/>
            <a:ext cx="2979740" cy="1986829"/>
            <a:chOff x="312900" y="2793625"/>
            <a:chExt cx="2221200" cy="1481050"/>
          </a:xfrm>
        </p:grpSpPr>
        <p:grpSp>
          <p:nvGrpSpPr>
            <p:cNvPr id="85" name="Google Shape;85;p15"/>
            <p:cNvGrpSpPr/>
            <p:nvPr/>
          </p:nvGrpSpPr>
          <p:grpSpPr>
            <a:xfrm>
              <a:off x="312900" y="2793625"/>
              <a:ext cx="1851000" cy="1481050"/>
              <a:chOff x="461225" y="3249175"/>
              <a:chExt cx="1851000" cy="1481050"/>
            </a:xfrm>
          </p:grpSpPr>
          <p:grpSp>
            <p:nvGrpSpPr>
              <p:cNvPr id="86" name="Google Shape;86;p15"/>
              <p:cNvGrpSpPr/>
              <p:nvPr/>
            </p:nvGrpSpPr>
            <p:grpSpPr>
              <a:xfrm>
                <a:off x="461225" y="3249175"/>
                <a:ext cx="1851000" cy="370200"/>
                <a:chOff x="461225" y="3249175"/>
                <a:chExt cx="1851000" cy="370200"/>
              </a:xfrm>
            </p:grpSpPr>
            <p:sp>
              <p:nvSpPr>
                <p:cNvPr id="87" name="Google Shape;87;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8" name="Google Shape;88;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9" name="Google Shape;89;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0" name="Google Shape;90;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1" name="Google Shape;91;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2" name="Google Shape;92;p15"/>
              <p:cNvGrpSpPr/>
              <p:nvPr/>
            </p:nvGrpSpPr>
            <p:grpSpPr>
              <a:xfrm>
                <a:off x="461225" y="3619500"/>
                <a:ext cx="1851000" cy="370200"/>
                <a:chOff x="461225" y="3249175"/>
                <a:chExt cx="1851000" cy="370200"/>
              </a:xfrm>
            </p:grpSpPr>
            <p:sp>
              <p:nvSpPr>
                <p:cNvPr id="93" name="Google Shape;93;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4" name="Google Shape;94;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 name="Google Shape;95;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 name="Google Shape;96;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7" name="Google Shape;97;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98" name="Google Shape;98;p15"/>
              <p:cNvGrpSpPr/>
              <p:nvPr/>
            </p:nvGrpSpPr>
            <p:grpSpPr>
              <a:xfrm>
                <a:off x="461225" y="3989700"/>
                <a:ext cx="1851000" cy="370200"/>
                <a:chOff x="461225" y="3249175"/>
                <a:chExt cx="1851000" cy="370200"/>
              </a:xfrm>
            </p:grpSpPr>
            <p:sp>
              <p:nvSpPr>
                <p:cNvPr id="99" name="Google Shape;99;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0" name="Google Shape;100;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1" name="Google Shape;101;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2" name="Google Shape;102;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3" name="Google Shape;103;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04" name="Google Shape;104;p15"/>
              <p:cNvGrpSpPr/>
              <p:nvPr/>
            </p:nvGrpSpPr>
            <p:grpSpPr>
              <a:xfrm>
                <a:off x="461225" y="4360025"/>
                <a:ext cx="1851000" cy="370200"/>
                <a:chOff x="461225" y="3249175"/>
                <a:chExt cx="1851000" cy="370200"/>
              </a:xfrm>
            </p:grpSpPr>
            <p:sp>
              <p:nvSpPr>
                <p:cNvPr id="105" name="Google Shape;105;p1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6" name="Google Shape;106;p1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7" name="Google Shape;107;p1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8" name="Google Shape;108;p1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09" name="Google Shape;109;p1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10" name="Google Shape;110;p1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11" name="Google Shape;111;p15"/>
          <p:cNvSpPr/>
          <p:nvPr/>
        </p:nvSpPr>
        <p:spPr>
          <a:xfrm flipH="1">
            <a:off x="12" y="3308203"/>
            <a:ext cx="9143963" cy="183531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112" name="Google Shape;112;p15"/>
          <p:cNvSpPr/>
          <p:nvPr/>
        </p:nvSpPr>
        <p:spPr>
          <a:xfrm>
            <a:off x="11" y="26114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3" name="Google Shape;113;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4" name="Google Shape;114;p15"/>
          <p:cNvSpPr/>
          <p:nvPr/>
        </p:nvSpPr>
        <p:spPr>
          <a:xfrm flipH="1" rot="-5400000">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15" name="Google Shape;115;p15"/>
          <p:cNvSpPr txBox="1"/>
          <p:nvPr>
            <p:ph type="title"/>
          </p:nvPr>
        </p:nvSpPr>
        <p:spPr>
          <a:xfrm>
            <a:off x="115025" y="502775"/>
            <a:ext cx="41838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116" name="Google Shape;116;p15"/>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17" name="Google Shape;117;p15"/>
          <p:cNvSpPr txBox="1"/>
          <p:nvPr>
            <p:ph idx="1" type="body"/>
          </p:nvPr>
        </p:nvSpPr>
        <p:spPr>
          <a:xfrm>
            <a:off x="3511550" y="587150"/>
            <a:ext cx="4371600" cy="25263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92100" lvl="2" marL="1371600">
              <a:lnSpc>
                <a:spcPct val="115000"/>
              </a:lnSpc>
              <a:spcBef>
                <a:spcPts val="800"/>
              </a:spcBef>
              <a:spcAft>
                <a:spcPts val="0"/>
              </a:spcAft>
              <a:buClr>
                <a:schemeClr val="lt1"/>
              </a:buClr>
              <a:buSzPts val="1000"/>
              <a:buFont typeface="Sora"/>
              <a:buChar char="■"/>
              <a:defRPr sz="1000"/>
            </a:lvl3pPr>
            <a:lvl4pPr indent="-292100" lvl="3" marL="1828800">
              <a:lnSpc>
                <a:spcPct val="115000"/>
              </a:lnSpc>
              <a:spcBef>
                <a:spcPts val="80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92100" lvl="8" marL="4114800">
              <a:lnSpc>
                <a:spcPct val="115000"/>
              </a:lnSpc>
              <a:spcBef>
                <a:spcPts val="800"/>
              </a:spcBef>
              <a:spcAft>
                <a:spcPts val="800"/>
              </a:spcAft>
              <a:buClr>
                <a:schemeClr val="lt1"/>
              </a:buClr>
              <a:buSzPts val="1000"/>
              <a:buFont typeface="Sora"/>
              <a:buChar char="■"/>
              <a:defRPr sz="1000"/>
            </a:lvl9pPr>
          </a:lstStyle>
          <a:p/>
        </p:txBody>
      </p:sp>
      <p:sp>
        <p:nvSpPr>
          <p:cNvPr id="118" name="Google Shape;118;p15"/>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2">
    <p:spTree>
      <p:nvGrpSpPr>
        <p:cNvPr id="119" name="Shape 119"/>
        <p:cNvGrpSpPr/>
        <p:nvPr/>
      </p:nvGrpSpPr>
      <p:grpSpPr>
        <a:xfrm>
          <a:off x="0" y="0"/>
          <a:ext cx="0" cy="0"/>
          <a:chOff x="0" y="0"/>
          <a:chExt cx="0" cy="0"/>
        </a:xfrm>
      </p:grpSpPr>
      <p:grpSp>
        <p:nvGrpSpPr>
          <p:cNvPr id="120" name="Google Shape;120;p16"/>
          <p:cNvGrpSpPr/>
          <p:nvPr/>
        </p:nvGrpSpPr>
        <p:grpSpPr>
          <a:xfrm flipH="1">
            <a:off x="6169505" y="228779"/>
            <a:ext cx="2979740" cy="1986829"/>
            <a:chOff x="312900" y="2793625"/>
            <a:chExt cx="2221200" cy="1481050"/>
          </a:xfrm>
        </p:grpSpPr>
        <p:grpSp>
          <p:nvGrpSpPr>
            <p:cNvPr id="121" name="Google Shape;121;p16"/>
            <p:cNvGrpSpPr/>
            <p:nvPr/>
          </p:nvGrpSpPr>
          <p:grpSpPr>
            <a:xfrm>
              <a:off x="312900" y="2793625"/>
              <a:ext cx="1851000" cy="1481050"/>
              <a:chOff x="461225" y="3249175"/>
              <a:chExt cx="1851000" cy="1481050"/>
            </a:xfrm>
          </p:grpSpPr>
          <p:grpSp>
            <p:nvGrpSpPr>
              <p:cNvPr id="122" name="Google Shape;122;p16"/>
              <p:cNvGrpSpPr/>
              <p:nvPr/>
            </p:nvGrpSpPr>
            <p:grpSpPr>
              <a:xfrm>
                <a:off x="461225" y="3249175"/>
                <a:ext cx="1851000" cy="370200"/>
                <a:chOff x="461225" y="3249175"/>
                <a:chExt cx="1851000" cy="370200"/>
              </a:xfrm>
            </p:grpSpPr>
            <p:sp>
              <p:nvSpPr>
                <p:cNvPr id="123" name="Google Shape;123;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4" name="Google Shape;124;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5" name="Google Shape;125;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6" name="Google Shape;126;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27" name="Google Shape;127;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28" name="Google Shape;128;p16"/>
              <p:cNvGrpSpPr/>
              <p:nvPr/>
            </p:nvGrpSpPr>
            <p:grpSpPr>
              <a:xfrm>
                <a:off x="461225" y="3619500"/>
                <a:ext cx="1851000" cy="370200"/>
                <a:chOff x="461225" y="3249175"/>
                <a:chExt cx="1851000" cy="370200"/>
              </a:xfrm>
            </p:grpSpPr>
            <p:sp>
              <p:nvSpPr>
                <p:cNvPr id="129" name="Google Shape;129;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0" name="Google Shape;130;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1" name="Google Shape;131;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2" name="Google Shape;132;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3" name="Google Shape;133;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34" name="Google Shape;134;p16"/>
              <p:cNvGrpSpPr/>
              <p:nvPr/>
            </p:nvGrpSpPr>
            <p:grpSpPr>
              <a:xfrm>
                <a:off x="461225" y="3989700"/>
                <a:ext cx="1851000" cy="370200"/>
                <a:chOff x="461225" y="3249175"/>
                <a:chExt cx="1851000" cy="370200"/>
              </a:xfrm>
            </p:grpSpPr>
            <p:sp>
              <p:nvSpPr>
                <p:cNvPr id="135" name="Google Shape;135;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6" name="Google Shape;136;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7" name="Google Shape;137;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8" name="Google Shape;138;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39" name="Google Shape;139;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40" name="Google Shape;140;p16"/>
              <p:cNvGrpSpPr/>
              <p:nvPr/>
            </p:nvGrpSpPr>
            <p:grpSpPr>
              <a:xfrm>
                <a:off x="461225" y="4360025"/>
                <a:ext cx="1851000" cy="370200"/>
                <a:chOff x="461225" y="3249175"/>
                <a:chExt cx="1851000" cy="370200"/>
              </a:xfrm>
            </p:grpSpPr>
            <p:sp>
              <p:nvSpPr>
                <p:cNvPr id="141" name="Google Shape;141;p1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2" name="Google Shape;142;p1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3" name="Google Shape;143;p1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4" name="Google Shape;144;p16"/>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5" name="Google Shape;145;p16"/>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46" name="Google Shape;146;p16"/>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147" name="Google Shape;147;p16"/>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148" name="Google Shape;148;p16"/>
          <p:cNvSpPr/>
          <p:nvPr/>
        </p:nvSpPr>
        <p:spPr>
          <a:xfrm flipH="1">
            <a:off x="8423546" y="3087297"/>
            <a:ext cx="725708" cy="1448283"/>
          </a:xfrm>
          <a:custGeom>
            <a:rect b="b" l="l" r="r" t="t"/>
            <a:pathLst>
              <a:path extrusionOk="0" h="50476" w="25297">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rotWithShape="0" algn="bl" dir="7800000" dist="76200">
              <a:schemeClr val="accent1">
                <a:alpha val="27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49" name="Google Shape;149;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rotWithShape="0" algn="bl" dir="2700000" dist="28575">
              <a:schemeClr val="accent1">
                <a:alpha val="28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0" name="Google Shape;150;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rotWithShape="0" algn="bl" dir="5400000" dist="38100">
              <a:schemeClr val="accent3">
                <a:alpha val="3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1" name="Google Shape;151;p16"/>
          <p:cNvSpPr txBox="1"/>
          <p:nvPr>
            <p:ph idx="1" type="body"/>
          </p:nvPr>
        </p:nvSpPr>
        <p:spPr>
          <a:xfrm>
            <a:off x="115025" y="908975"/>
            <a:ext cx="5369100" cy="2478000"/>
          </a:xfrm>
          <a:prstGeom prst="rect">
            <a:avLst/>
          </a:prstGeom>
        </p:spPr>
        <p:txBody>
          <a:bodyPr anchorCtr="0" anchor="t" bIns="91425" lIns="91425" spcFirstLastPara="1" rIns="91425" wrap="square" tIns="0">
            <a:noAutofit/>
          </a:bodyPr>
          <a:lstStyle>
            <a:lvl1pPr indent="-457200" lvl="0" marL="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indent="-457200" lvl="1" marL="914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indent="-457200" lvl="2" marL="1371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indent="-457200" lvl="3" marL="18288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indent="-457200" lvl="4" marL="22860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indent="-457200" lvl="5" marL="2743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indent="-457200" lvl="6" marL="32004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indent="-457200" lvl="7" marL="36576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indent="-457200" lvl="8" marL="41148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p:txBody>
      </p:sp>
      <p:sp>
        <p:nvSpPr>
          <p:cNvPr id="152" name="Google Shape;152;p16"/>
          <p:cNvSpPr txBox="1"/>
          <p:nvPr>
            <p:ph idx="2" type="title"/>
          </p:nvPr>
        </p:nvSpPr>
        <p:spPr>
          <a:xfrm>
            <a:off x="115025" y="502775"/>
            <a:ext cx="4183800" cy="406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p:txBody>
      </p:sp>
      <p:sp>
        <p:nvSpPr>
          <p:cNvPr id="153" name="Google Shape;153;p1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Alt 1">
  <p:cSld name="BLANK_1_1_1">
    <p:spTree>
      <p:nvGrpSpPr>
        <p:cNvPr id="154" name="Shape 154"/>
        <p:cNvGrpSpPr/>
        <p:nvPr/>
      </p:nvGrpSpPr>
      <p:grpSpPr>
        <a:xfrm>
          <a:off x="0" y="0"/>
          <a:ext cx="0" cy="0"/>
          <a:chOff x="0" y="0"/>
          <a:chExt cx="0" cy="0"/>
        </a:xfrm>
      </p:grpSpPr>
      <p:grpSp>
        <p:nvGrpSpPr>
          <p:cNvPr id="155" name="Google Shape;155;p17"/>
          <p:cNvGrpSpPr/>
          <p:nvPr/>
        </p:nvGrpSpPr>
        <p:grpSpPr>
          <a:xfrm>
            <a:off x="228600" y="2793625"/>
            <a:ext cx="2221200" cy="1481050"/>
            <a:chOff x="312900" y="2793625"/>
            <a:chExt cx="2221200" cy="1481050"/>
          </a:xfrm>
        </p:grpSpPr>
        <p:grpSp>
          <p:nvGrpSpPr>
            <p:cNvPr id="156" name="Google Shape;156;p17"/>
            <p:cNvGrpSpPr/>
            <p:nvPr/>
          </p:nvGrpSpPr>
          <p:grpSpPr>
            <a:xfrm>
              <a:off x="312900" y="2793625"/>
              <a:ext cx="1851000" cy="1481050"/>
              <a:chOff x="461225" y="3249175"/>
              <a:chExt cx="1851000" cy="1481050"/>
            </a:xfrm>
          </p:grpSpPr>
          <p:grpSp>
            <p:nvGrpSpPr>
              <p:cNvPr id="157" name="Google Shape;157;p17"/>
              <p:cNvGrpSpPr/>
              <p:nvPr/>
            </p:nvGrpSpPr>
            <p:grpSpPr>
              <a:xfrm>
                <a:off x="461225" y="3249175"/>
                <a:ext cx="1851000" cy="370200"/>
                <a:chOff x="461225" y="3249175"/>
                <a:chExt cx="1851000" cy="370200"/>
              </a:xfrm>
            </p:grpSpPr>
            <p:sp>
              <p:nvSpPr>
                <p:cNvPr id="158" name="Google Shape;158;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59" name="Google Shape;159;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0" name="Google Shape;160;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1" name="Google Shape;161;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2" name="Google Shape;162;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3" name="Google Shape;163;p17"/>
              <p:cNvGrpSpPr/>
              <p:nvPr/>
            </p:nvGrpSpPr>
            <p:grpSpPr>
              <a:xfrm>
                <a:off x="461225" y="3619500"/>
                <a:ext cx="1851000" cy="370200"/>
                <a:chOff x="461225" y="3249175"/>
                <a:chExt cx="1851000" cy="370200"/>
              </a:xfrm>
            </p:grpSpPr>
            <p:sp>
              <p:nvSpPr>
                <p:cNvPr id="164" name="Google Shape;16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5" name="Google Shape;16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6" name="Google Shape;16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7" name="Google Shape;16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68" name="Google Shape;168;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69" name="Google Shape;169;p17"/>
              <p:cNvGrpSpPr/>
              <p:nvPr/>
            </p:nvGrpSpPr>
            <p:grpSpPr>
              <a:xfrm>
                <a:off x="461225" y="3989700"/>
                <a:ext cx="1851000" cy="370200"/>
                <a:chOff x="461225" y="3249175"/>
                <a:chExt cx="1851000" cy="370200"/>
              </a:xfrm>
            </p:grpSpPr>
            <p:sp>
              <p:nvSpPr>
                <p:cNvPr id="170" name="Google Shape;170;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1" name="Google Shape;171;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2" name="Google Shape;172;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3" name="Google Shape;173;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4" name="Google Shape;174;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75" name="Google Shape;175;p17"/>
              <p:cNvGrpSpPr/>
              <p:nvPr/>
            </p:nvGrpSpPr>
            <p:grpSpPr>
              <a:xfrm>
                <a:off x="461225" y="4360025"/>
                <a:ext cx="1851000" cy="370200"/>
                <a:chOff x="461225" y="3249175"/>
                <a:chExt cx="1851000" cy="370200"/>
              </a:xfrm>
            </p:grpSpPr>
            <p:sp>
              <p:nvSpPr>
                <p:cNvPr id="176" name="Google Shape;176;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7" name="Google Shape;177;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8" name="Google Shape;178;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79" name="Google Shape;179;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0" name="Google Shape;180;p17"/>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181" name="Google Shape;181;p17"/>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2" name="Google Shape;182;p17"/>
          <p:cNvGrpSpPr/>
          <p:nvPr/>
        </p:nvGrpSpPr>
        <p:grpSpPr>
          <a:xfrm>
            <a:off x="7663200" y="-725"/>
            <a:ext cx="1480800" cy="1396025"/>
            <a:chOff x="461225" y="3334200"/>
            <a:chExt cx="1480800" cy="1396025"/>
          </a:xfrm>
        </p:grpSpPr>
        <p:grpSp>
          <p:nvGrpSpPr>
            <p:cNvPr id="183" name="Google Shape;183;p17"/>
            <p:cNvGrpSpPr/>
            <p:nvPr/>
          </p:nvGrpSpPr>
          <p:grpSpPr>
            <a:xfrm>
              <a:off x="461225" y="3334200"/>
              <a:ext cx="1480800" cy="285300"/>
              <a:chOff x="461225" y="3334200"/>
              <a:chExt cx="1480800" cy="285300"/>
            </a:xfrm>
          </p:grpSpPr>
          <p:sp>
            <p:nvSpPr>
              <p:cNvPr id="184" name="Google Shape;184;p17"/>
              <p:cNvSpPr/>
              <p:nvPr/>
            </p:nvSpPr>
            <p:spPr>
              <a:xfrm>
                <a:off x="4612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5" name="Google Shape;185;p17"/>
              <p:cNvSpPr/>
              <p:nvPr/>
            </p:nvSpPr>
            <p:spPr>
              <a:xfrm>
                <a:off x="8314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6" name="Google Shape;186;p17"/>
              <p:cNvSpPr/>
              <p:nvPr/>
            </p:nvSpPr>
            <p:spPr>
              <a:xfrm>
                <a:off x="12016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87" name="Google Shape;187;p17"/>
              <p:cNvSpPr/>
              <p:nvPr/>
            </p:nvSpPr>
            <p:spPr>
              <a:xfrm>
                <a:off x="1571825" y="3334200"/>
                <a:ext cx="370200" cy="28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88" name="Google Shape;188;p17"/>
            <p:cNvGrpSpPr/>
            <p:nvPr/>
          </p:nvGrpSpPr>
          <p:grpSpPr>
            <a:xfrm>
              <a:off x="461225" y="3619500"/>
              <a:ext cx="1480800" cy="370200"/>
              <a:chOff x="461225" y="3249175"/>
              <a:chExt cx="1480800" cy="370200"/>
            </a:xfrm>
          </p:grpSpPr>
          <p:sp>
            <p:nvSpPr>
              <p:cNvPr id="189" name="Google Shape;18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0" name="Google Shape;19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1" name="Google Shape;19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2" name="Google Shape;19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3" name="Google Shape;193;p17"/>
            <p:cNvGrpSpPr/>
            <p:nvPr/>
          </p:nvGrpSpPr>
          <p:grpSpPr>
            <a:xfrm>
              <a:off x="461225" y="3989700"/>
              <a:ext cx="1480800" cy="370200"/>
              <a:chOff x="461225" y="3249175"/>
              <a:chExt cx="1480800" cy="370200"/>
            </a:xfrm>
          </p:grpSpPr>
          <p:sp>
            <p:nvSpPr>
              <p:cNvPr id="194" name="Google Shape;194;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5" name="Google Shape;195;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6" name="Google Shape;196;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197" name="Google Shape;197;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198" name="Google Shape;198;p17"/>
            <p:cNvGrpSpPr/>
            <p:nvPr/>
          </p:nvGrpSpPr>
          <p:grpSpPr>
            <a:xfrm>
              <a:off x="461225" y="4360025"/>
              <a:ext cx="1480800" cy="370200"/>
              <a:chOff x="461225" y="3249175"/>
              <a:chExt cx="1480800" cy="370200"/>
            </a:xfrm>
          </p:grpSpPr>
          <p:sp>
            <p:nvSpPr>
              <p:cNvPr id="199" name="Google Shape;199;p17"/>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0" name="Google Shape;200;p17"/>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1" name="Google Shape;201;p17"/>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02" name="Google Shape;202;p17"/>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grpSp>
        <p:nvGrpSpPr>
          <p:cNvPr id="203" name="Google Shape;203;p17"/>
          <p:cNvGrpSpPr/>
          <p:nvPr/>
        </p:nvGrpSpPr>
        <p:grpSpPr>
          <a:xfrm>
            <a:off x="1843925" y="-725"/>
            <a:ext cx="7300075" cy="5144088"/>
            <a:chOff x="1870575" y="-635"/>
            <a:chExt cx="7300075" cy="5174097"/>
          </a:xfrm>
        </p:grpSpPr>
        <p:sp>
          <p:nvSpPr>
            <p:cNvPr id="204" name="Google Shape;204;p17"/>
            <p:cNvSpPr/>
            <p:nvPr/>
          </p:nvSpPr>
          <p:spPr>
            <a:xfrm>
              <a:off x="1870575" y="-635"/>
              <a:ext cx="7300075" cy="4989625"/>
            </a:xfrm>
            <a:custGeom>
              <a:rect b="b" l="l" r="r" t="t"/>
              <a:pathLst>
                <a:path extrusionOk="0" h="199585" w="292003">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205" name="Google Shape;205;p17"/>
            <p:cNvSpPr/>
            <p:nvPr/>
          </p:nvSpPr>
          <p:spPr>
            <a:xfrm>
              <a:off x="1870575" y="4089437"/>
              <a:ext cx="6285225" cy="1084025"/>
            </a:xfrm>
            <a:custGeom>
              <a:rect b="b" l="l" r="r" t="t"/>
              <a:pathLst>
                <a:path extrusionOk="0" h="43361" w="251409">
                  <a:moveTo>
                    <a:pt x="0" y="0"/>
                  </a:moveTo>
                  <a:lnTo>
                    <a:pt x="6458" y="43361"/>
                  </a:lnTo>
                  <a:lnTo>
                    <a:pt x="251409" y="43361"/>
                  </a:lnTo>
                  <a:lnTo>
                    <a:pt x="250494" y="35931"/>
                  </a:lnTo>
                  <a:close/>
                </a:path>
              </a:pathLst>
            </a:custGeom>
            <a:solidFill>
              <a:schemeClr val="accent5"/>
            </a:solidFill>
            <a:ln>
              <a:noFill/>
            </a:ln>
          </p:spPr>
        </p:sp>
      </p:grpSp>
      <p:sp>
        <p:nvSpPr>
          <p:cNvPr id="206" name="Google Shape;206;p17"/>
          <p:cNvSpPr txBox="1"/>
          <p:nvPr>
            <p:ph idx="1" type="body"/>
          </p:nvPr>
        </p:nvSpPr>
        <p:spPr>
          <a:xfrm>
            <a:off x="4631450" y="2170025"/>
            <a:ext cx="2896200" cy="18876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a:buChar char="●"/>
              <a:defRPr sz="1000"/>
            </a:lvl1pPr>
            <a:lvl2pPr indent="-292100" lvl="1" marL="914400">
              <a:lnSpc>
                <a:spcPct val="115000"/>
              </a:lnSpc>
              <a:spcBef>
                <a:spcPts val="800"/>
              </a:spcBef>
              <a:spcAft>
                <a:spcPts val="0"/>
              </a:spcAft>
              <a:buClr>
                <a:schemeClr val="lt1"/>
              </a:buClr>
              <a:buSzPts val="1000"/>
              <a:buFont typeface="Sora"/>
              <a:buChar char="○"/>
              <a:defRPr sz="1000"/>
            </a:lvl2pPr>
            <a:lvl3pPr indent="-228600" lvl="2" marL="1371600">
              <a:lnSpc>
                <a:spcPct val="115000"/>
              </a:lnSpc>
              <a:spcBef>
                <a:spcPts val="800"/>
              </a:spcBef>
              <a:spcAft>
                <a:spcPts val="0"/>
              </a:spcAft>
              <a:buNone/>
              <a:defRPr sz="1000"/>
            </a:lvl3pPr>
            <a:lvl4pPr indent="-292100" lvl="3" marL="1828800">
              <a:lnSpc>
                <a:spcPct val="115000"/>
              </a:lnSpc>
              <a:spcBef>
                <a:spcPts val="0"/>
              </a:spcBef>
              <a:spcAft>
                <a:spcPts val="0"/>
              </a:spcAft>
              <a:buClr>
                <a:schemeClr val="lt1"/>
              </a:buClr>
              <a:buSzPts val="1000"/>
              <a:buFont typeface="Sora"/>
              <a:buChar char="●"/>
              <a:defRPr sz="1000"/>
            </a:lvl4pPr>
            <a:lvl5pPr indent="-292100" lvl="4" marL="2286000">
              <a:lnSpc>
                <a:spcPct val="115000"/>
              </a:lnSpc>
              <a:spcBef>
                <a:spcPts val="800"/>
              </a:spcBef>
              <a:spcAft>
                <a:spcPts val="0"/>
              </a:spcAft>
              <a:buClr>
                <a:schemeClr val="lt1"/>
              </a:buClr>
              <a:buSzPts val="1000"/>
              <a:buFont typeface="Sora"/>
              <a:buChar char="○"/>
              <a:defRPr sz="1000"/>
            </a:lvl5pPr>
            <a:lvl6pPr indent="-292100" lvl="5" marL="2743200">
              <a:lnSpc>
                <a:spcPct val="115000"/>
              </a:lnSpc>
              <a:spcBef>
                <a:spcPts val="800"/>
              </a:spcBef>
              <a:spcAft>
                <a:spcPts val="0"/>
              </a:spcAft>
              <a:buClr>
                <a:schemeClr val="lt1"/>
              </a:buClr>
              <a:buSzPts val="1000"/>
              <a:buFont typeface="Sora"/>
              <a:buChar char="■"/>
              <a:defRPr sz="1000"/>
            </a:lvl6pPr>
            <a:lvl7pPr indent="-292100" lvl="6" marL="3200400">
              <a:lnSpc>
                <a:spcPct val="115000"/>
              </a:lnSpc>
              <a:spcBef>
                <a:spcPts val="800"/>
              </a:spcBef>
              <a:spcAft>
                <a:spcPts val="0"/>
              </a:spcAft>
              <a:buClr>
                <a:schemeClr val="lt1"/>
              </a:buClr>
              <a:buSzPts val="1000"/>
              <a:buFont typeface="Sora"/>
              <a:buChar char="●"/>
              <a:defRPr sz="1000"/>
            </a:lvl7pPr>
            <a:lvl8pPr indent="-292100" lvl="7" marL="3657600">
              <a:lnSpc>
                <a:spcPct val="115000"/>
              </a:lnSpc>
              <a:spcBef>
                <a:spcPts val="800"/>
              </a:spcBef>
              <a:spcAft>
                <a:spcPts val="0"/>
              </a:spcAft>
              <a:buClr>
                <a:schemeClr val="lt1"/>
              </a:buClr>
              <a:buSzPts val="1000"/>
              <a:buFont typeface="Sora"/>
              <a:buChar char="○"/>
              <a:defRPr sz="1000"/>
            </a:lvl8pPr>
            <a:lvl9pPr indent="-228600" lvl="8" marL="4114800">
              <a:lnSpc>
                <a:spcPct val="115000"/>
              </a:lnSpc>
              <a:spcBef>
                <a:spcPts val="800"/>
              </a:spcBef>
              <a:spcAft>
                <a:spcPts val="0"/>
              </a:spcAft>
              <a:buNone/>
              <a:defRPr sz="1000"/>
            </a:lvl9pPr>
          </a:lstStyle>
          <a:p/>
        </p:txBody>
      </p:sp>
      <p:sp>
        <p:nvSpPr>
          <p:cNvPr id="207" name="Google Shape;207;p1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08" name="Google Shape;208;p17"/>
          <p:cNvSpPr txBox="1"/>
          <p:nvPr>
            <p:ph idx="2" type="body"/>
          </p:nvPr>
        </p:nvSpPr>
        <p:spPr>
          <a:xfrm>
            <a:off x="4631450" y="827575"/>
            <a:ext cx="2896200" cy="12003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209" name="Google Shape;209;p17"/>
          <p:cNvSpPr txBox="1"/>
          <p:nvPr>
            <p:ph idx="3" type="title"/>
          </p:nvPr>
        </p:nvSpPr>
        <p:spPr>
          <a:xfrm>
            <a:off x="115025" y="502775"/>
            <a:ext cx="3905400" cy="5877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10" name="Google Shape;210;p17"/>
          <p:cNvSpPr txBox="1"/>
          <p:nvPr>
            <p:ph idx="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3 images">
  <p:cSld name="BLANK_1_1_1_1_2">
    <p:bg>
      <p:bgPr>
        <a:solidFill>
          <a:schemeClr val="lt1"/>
        </a:solidFill>
      </p:bgPr>
    </p:bg>
    <p:spTree>
      <p:nvGrpSpPr>
        <p:cNvPr id="211" name="Shape 211"/>
        <p:cNvGrpSpPr/>
        <p:nvPr/>
      </p:nvGrpSpPr>
      <p:grpSpPr>
        <a:xfrm>
          <a:off x="0" y="0"/>
          <a:ext cx="0" cy="0"/>
          <a:chOff x="0" y="0"/>
          <a:chExt cx="0" cy="0"/>
        </a:xfrm>
      </p:grpSpPr>
      <p:sp>
        <p:nvSpPr>
          <p:cNvPr id="212" name="Google Shape;212;p18"/>
          <p:cNvSpPr/>
          <p:nvPr/>
        </p:nvSpPr>
        <p:spPr>
          <a:xfrm flipH="1" rot="10800000">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3" name="Google Shape;213;p18"/>
          <p:cNvSpPr/>
          <p:nvPr/>
        </p:nvSpPr>
        <p:spPr>
          <a:xfrm flipH="1" rot="10800000">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4" name="Google Shape;214;p18"/>
          <p:cNvSpPr/>
          <p:nvPr/>
        </p:nvSpPr>
        <p:spPr>
          <a:xfrm flipH="1" rot="10800000">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5" name="Google Shape;215;p18"/>
          <p:cNvSpPr/>
          <p:nvPr/>
        </p:nvSpPr>
        <p:spPr>
          <a:xfrm flipH="1" rot="10800000">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16" name="Google Shape;216;p18"/>
          <p:cNvSpPr txBox="1"/>
          <p:nvPr>
            <p:ph type="title"/>
          </p:nvPr>
        </p:nvSpPr>
        <p:spPr>
          <a:xfrm>
            <a:off x="91950" y="292050"/>
            <a:ext cx="4390500" cy="16035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p:txBody>
      </p:sp>
      <p:sp>
        <p:nvSpPr>
          <p:cNvPr id="217" name="Google Shape;217;p18"/>
          <p:cNvSpPr/>
          <p:nvPr>
            <p:ph idx="2" type="pic"/>
          </p:nvPr>
        </p:nvSpPr>
        <p:spPr>
          <a:xfrm>
            <a:off x="225300" y="3132125"/>
            <a:ext cx="1849800" cy="1770300"/>
          </a:xfrm>
          <a:prstGeom prst="rect">
            <a:avLst/>
          </a:prstGeom>
          <a:noFill/>
          <a:ln>
            <a:noFill/>
          </a:ln>
        </p:spPr>
      </p:sp>
      <p:sp>
        <p:nvSpPr>
          <p:cNvPr id="218" name="Google Shape;218;p18"/>
          <p:cNvSpPr/>
          <p:nvPr>
            <p:ph idx="3" type="pic"/>
          </p:nvPr>
        </p:nvSpPr>
        <p:spPr>
          <a:xfrm>
            <a:off x="5262525" y="228600"/>
            <a:ext cx="1865100" cy="1790100"/>
          </a:xfrm>
          <a:prstGeom prst="rect">
            <a:avLst/>
          </a:prstGeom>
          <a:noFill/>
          <a:ln>
            <a:noFill/>
          </a:ln>
        </p:spPr>
      </p:sp>
      <p:sp>
        <p:nvSpPr>
          <p:cNvPr id="219" name="Google Shape;219;p18"/>
          <p:cNvSpPr/>
          <p:nvPr>
            <p:ph idx="4" type="pic"/>
          </p:nvPr>
        </p:nvSpPr>
        <p:spPr>
          <a:xfrm>
            <a:off x="7281675" y="228600"/>
            <a:ext cx="1849800" cy="1790100"/>
          </a:xfrm>
          <a:prstGeom prst="rect">
            <a:avLst/>
          </a:prstGeom>
          <a:noFill/>
          <a:ln>
            <a:noFill/>
          </a:ln>
        </p:spPr>
      </p:sp>
      <p:sp>
        <p:nvSpPr>
          <p:cNvPr id="220" name="Google Shape;220;p18"/>
          <p:cNvSpPr txBox="1"/>
          <p:nvPr>
            <p:ph idx="1" type="subTitle"/>
          </p:nvPr>
        </p:nvSpPr>
        <p:spPr>
          <a:xfrm>
            <a:off x="526252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1" name="Google Shape;221;p18"/>
          <p:cNvSpPr txBox="1"/>
          <p:nvPr>
            <p:ph idx="5" type="subTitle"/>
          </p:nvPr>
        </p:nvSpPr>
        <p:spPr>
          <a:xfrm>
            <a:off x="7281675" y="2153019"/>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222" name="Google Shape;222;p18"/>
          <p:cNvSpPr txBox="1"/>
          <p:nvPr>
            <p:ph idx="6"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223" name="Google Shape;223;p18"/>
          <p:cNvSpPr txBox="1"/>
          <p:nvPr>
            <p:ph idx="7" type="title"/>
          </p:nvPr>
        </p:nvSpPr>
        <p:spPr>
          <a:xfrm>
            <a:off x="7420225" y="4723025"/>
            <a:ext cx="1583400" cy="189300"/>
          </a:xfrm>
          <a:prstGeom prst="rect">
            <a:avLst/>
          </a:prstGeom>
        </p:spPr>
        <p:txBody>
          <a:bodyPr anchorCtr="0" anchor="b" bIns="0" lIns="182875" spcFirstLastPara="1" rIns="91425" wrap="square" tIns="91425">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
        <p:nvSpPr>
          <p:cNvPr id="224" name="Google Shape;224;p18"/>
          <p:cNvSpPr txBox="1"/>
          <p:nvPr>
            <p:ph idx="8" type="subTitle"/>
          </p:nvPr>
        </p:nvSpPr>
        <p:spPr>
          <a:xfrm>
            <a:off x="2216381" y="3132125"/>
            <a:ext cx="1566900" cy="480900"/>
          </a:xfrm>
          <a:prstGeom prst="rect">
            <a:avLst/>
          </a:prstGeom>
        </p:spPr>
        <p:txBody>
          <a:bodyPr anchorCtr="0" anchor="t" bIns="91425" lIns="0" spcFirstLastPara="1" rIns="91425" wrap="square" tIns="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225" name="Google Shape;225;p18"/>
          <p:cNvGrpSpPr/>
          <p:nvPr/>
        </p:nvGrpSpPr>
        <p:grpSpPr>
          <a:xfrm>
            <a:off x="4308382" y="2704009"/>
            <a:ext cx="4833127" cy="2437045"/>
            <a:chOff x="4308382" y="2704009"/>
            <a:chExt cx="4833127" cy="2437045"/>
          </a:xfrm>
        </p:grpSpPr>
        <p:sp>
          <p:nvSpPr>
            <p:cNvPr id="226" name="Google Shape;226;p18"/>
            <p:cNvSpPr/>
            <p:nvPr/>
          </p:nvSpPr>
          <p:spPr>
            <a:xfrm>
              <a:off x="4308382" y="4487840"/>
              <a:ext cx="4833127" cy="653214"/>
            </a:xfrm>
            <a:custGeom>
              <a:rect b="b" l="l" r="r" t="t"/>
              <a:pathLst>
                <a:path extrusionOk="0" h="12128" w="89735">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7" name="Google Shape;227;p18"/>
            <p:cNvSpPr/>
            <p:nvPr/>
          </p:nvSpPr>
          <p:spPr>
            <a:xfrm>
              <a:off x="4308382" y="3740892"/>
              <a:ext cx="4833127" cy="741006"/>
            </a:xfrm>
            <a:custGeom>
              <a:rect b="b" l="l" r="r" t="t"/>
              <a:pathLst>
                <a:path extrusionOk="0" h="13758" w="89735">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28" name="Google Shape;228;p18"/>
            <p:cNvSpPr/>
            <p:nvPr/>
          </p:nvSpPr>
          <p:spPr>
            <a:xfrm>
              <a:off x="4308382" y="2704009"/>
              <a:ext cx="4833127" cy="1032065"/>
            </a:xfrm>
            <a:custGeom>
              <a:rect b="b" l="l" r="r" t="t"/>
              <a:pathLst>
                <a:path extrusionOk="0" h="19162" w="89735">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1">
  <p:cSld name="BLANK_1_1_1_1_1_1_1">
    <p:spTree>
      <p:nvGrpSpPr>
        <p:cNvPr id="229" name="Shape 229"/>
        <p:cNvGrpSpPr/>
        <p:nvPr/>
      </p:nvGrpSpPr>
      <p:grpSpPr>
        <a:xfrm>
          <a:off x="0" y="0"/>
          <a:ext cx="0" cy="0"/>
          <a:chOff x="0" y="0"/>
          <a:chExt cx="0" cy="0"/>
        </a:xfrm>
      </p:grpSpPr>
      <p:sp>
        <p:nvSpPr>
          <p:cNvPr id="230" name="Google Shape;230;p19"/>
          <p:cNvSpPr/>
          <p:nvPr/>
        </p:nvSpPr>
        <p:spPr>
          <a:xfrm>
            <a:off x="6519500" y="2216800"/>
            <a:ext cx="4728600" cy="1604700"/>
          </a:xfrm>
          <a:prstGeom prst="chord">
            <a:avLst>
              <a:gd fmla="val 4346562" name="adj1"/>
              <a:gd fmla="val 17254322"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1" name="Google Shape;231;p19"/>
          <p:cNvSpPr/>
          <p:nvPr/>
        </p:nvSpPr>
        <p:spPr>
          <a:xfrm rot="1800032">
            <a:off x="6670150" y="2309109"/>
            <a:ext cx="4728524" cy="1869582"/>
          </a:xfrm>
          <a:prstGeom prst="chord">
            <a:avLst>
              <a:gd fmla="val 3282930" name="adj1"/>
              <a:gd fmla="val 14744228"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32" name="Google Shape;232;p19"/>
          <p:cNvSpPr/>
          <p:nvPr/>
        </p:nvSpPr>
        <p:spPr>
          <a:xfrm>
            <a:off x="6008850" y="3120100"/>
            <a:ext cx="3135148" cy="2023395"/>
          </a:xfrm>
          <a:custGeom>
            <a:rect b="b" l="l" r="r" t="t"/>
            <a:pathLst>
              <a:path extrusionOk="0" h="29205" w="61561">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33" name="Google Shape;233;p19"/>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34" name="Google Shape;234;p19"/>
          <p:cNvSpPr txBox="1"/>
          <p:nvPr>
            <p:ph idx="2" type="title"/>
          </p:nvPr>
        </p:nvSpPr>
        <p:spPr>
          <a:xfrm>
            <a:off x="115025" y="406250"/>
            <a:ext cx="6507000" cy="2656800"/>
          </a:xfrm>
          <a:prstGeom prst="rect">
            <a:avLst/>
          </a:prstGeom>
        </p:spPr>
        <p:txBody>
          <a:bodyPr anchorCtr="0" anchor="t" bIns="91425" lIns="91425" spcFirstLastPara="1" rIns="91425" wrap="square" tIns="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p:txBody>
      </p:sp>
      <p:sp>
        <p:nvSpPr>
          <p:cNvPr id="235" name="Google Shape;235;p19"/>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36" name="Google Shape;236;p19"/>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Alt 2">
  <p:cSld name="BLANK_1_1_1_1_1_1_1_2">
    <p:spTree>
      <p:nvGrpSpPr>
        <p:cNvPr id="237" name="Shape 237"/>
        <p:cNvGrpSpPr/>
        <p:nvPr/>
      </p:nvGrpSpPr>
      <p:grpSpPr>
        <a:xfrm>
          <a:off x="0" y="0"/>
          <a:ext cx="0" cy="0"/>
          <a:chOff x="0" y="0"/>
          <a:chExt cx="0" cy="0"/>
        </a:xfrm>
      </p:grpSpPr>
      <p:sp>
        <p:nvSpPr>
          <p:cNvPr id="238" name="Google Shape;238;p20"/>
          <p:cNvSpPr/>
          <p:nvPr/>
        </p:nvSpPr>
        <p:spPr>
          <a:xfrm>
            <a:off x="5861425" y="3065475"/>
            <a:ext cx="3282600" cy="2078950"/>
          </a:xfrm>
          <a:custGeom>
            <a:rect b="b" l="l" r="r" t="t"/>
            <a:pathLst>
              <a:path extrusionOk="0" h="83158" w="131304">
                <a:moveTo>
                  <a:pt x="131286" y="0"/>
                </a:moveTo>
                <a:lnTo>
                  <a:pt x="131304" y="83132"/>
                </a:lnTo>
                <a:lnTo>
                  <a:pt x="0" y="83158"/>
                </a:lnTo>
                <a:lnTo>
                  <a:pt x="55816" y="4343"/>
                </a:lnTo>
                <a:close/>
              </a:path>
            </a:pathLst>
          </a:custGeom>
          <a:solidFill>
            <a:schemeClr val="accent5"/>
          </a:solidFill>
          <a:ln>
            <a:noFill/>
          </a:ln>
        </p:spPr>
      </p:sp>
      <p:sp>
        <p:nvSpPr>
          <p:cNvPr id="239" name="Google Shape;239;p20"/>
          <p:cNvSpPr/>
          <p:nvPr/>
        </p:nvSpPr>
        <p:spPr>
          <a:xfrm>
            <a:off x="6818025" y="1675"/>
            <a:ext cx="2326300" cy="3183925"/>
          </a:xfrm>
          <a:custGeom>
            <a:rect b="b" l="l" r="r" t="t"/>
            <a:pathLst>
              <a:path extrusionOk="0" h="127357" w="93052">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0" name="Google Shape;240;p20"/>
          <p:cNvGrpSpPr/>
          <p:nvPr/>
        </p:nvGrpSpPr>
        <p:grpSpPr>
          <a:xfrm>
            <a:off x="25" y="4625"/>
            <a:ext cx="2329791" cy="795413"/>
            <a:chOff x="21" y="-511"/>
            <a:chExt cx="2329791" cy="800617"/>
          </a:xfrm>
        </p:grpSpPr>
        <p:grpSp>
          <p:nvGrpSpPr>
            <p:cNvPr id="241" name="Google Shape;241;p20"/>
            <p:cNvGrpSpPr/>
            <p:nvPr/>
          </p:nvGrpSpPr>
          <p:grpSpPr>
            <a:xfrm flipH="1" rot="10800000">
              <a:off x="25" y="392516"/>
              <a:ext cx="1927788" cy="407590"/>
              <a:chOff x="537425" y="3249175"/>
              <a:chExt cx="1774800" cy="370200"/>
            </a:xfrm>
          </p:grpSpPr>
          <p:sp>
            <p:nvSpPr>
              <p:cNvPr id="242" name="Google Shape;242;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3" name="Google Shape;243;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4" name="Google Shape;244;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5" name="Google Shape;245;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6" name="Google Shape;246;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47" name="Google Shape;247;p20"/>
            <p:cNvGrpSpPr/>
            <p:nvPr/>
          </p:nvGrpSpPr>
          <p:grpSpPr>
            <a:xfrm flipH="1" rot="10800000">
              <a:off x="21" y="-511"/>
              <a:ext cx="1927788" cy="393115"/>
              <a:chOff x="537425" y="3249175"/>
              <a:chExt cx="1774800" cy="370200"/>
            </a:xfrm>
          </p:grpSpPr>
          <p:sp>
            <p:nvSpPr>
              <p:cNvPr id="248" name="Google Shape;248;p20"/>
              <p:cNvSpPr/>
              <p:nvPr/>
            </p:nvSpPr>
            <p:spPr>
              <a:xfrm>
                <a:off x="537425" y="3249175"/>
                <a:ext cx="2940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49" name="Google Shape;249;p20"/>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0" name="Google Shape;250;p20"/>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1" name="Google Shape;251;p20"/>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2" name="Google Shape;252;p20"/>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3" name="Google Shape;253;p20"/>
            <p:cNvSpPr/>
            <p:nvPr/>
          </p:nvSpPr>
          <p:spPr>
            <a:xfrm flipH="1" rot="10800000">
              <a:off x="1927813" y="392406"/>
              <a:ext cx="402000" cy="4077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254" name="Google Shape;254;p20"/>
          <p:cNvSpPr txBox="1"/>
          <p:nvPr>
            <p:ph type="title"/>
          </p:nvPr>
        </p:nvSpPr>
        <p:spPr>
          <a:xfrm>
            <a:off x="96025" y="1206300"/>
            <a:ext cx="6507000" cy="1876200"/>
          </a:xfrm>
          <a:prstGeom prst="rect">
            <a:avLst/>
          </a:prstGeom>
        </p:spPr>
        <p:txBody>
          <a:bodyPr anchorCtr="0" anchor="t" bIns="91425" lIns="91425" spcFirstLastPara="1" rIns="91425" wrap="square" tIns="91425">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p:txBody>
      </p:sp>
      <p:sp>
        <p:nvSpPr>
          <p:cNvPr id="255" name="Google Shape;255;p20"/>
          <p:cNvSpPr/>
          <p:nvPr/>
        </p:nvSpPr>
        <p:spPr>
          <a:xfrm rot="386111">
            <a:off x="5422314" y="2861786"/>
            <a:ext cx="5875319" cy="1732905"/>
          </a:xfrm>
          <a:prstGeom prst="chord">
            <a:avLst>
              <a:gd fmla="val 2600939" name="adj1"/>
              <a:gd fmla="val 18561181"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6" name="Google Shape;256;p20"/>
          <p:cNvSpPr/>
          <p:nvPr/>
        </p:nvSpPr>
        <p:spPr>
          <a:xfrm rot="1800094">
            <a:off x="5534438" y="2649896"/>
            <a:ext cx="4427191" cy="1750358"/>
          </a:xfrm>
          <a:prstGeom prst="chord">
            <a:avLst>
              <a:gd fmla="val 837048" name="adj1"/>
              <a:gd fmla="val 1966528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57" name="Google Shape;257;p20"/>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58" name="Google Shape;258;p20"/>
          <p:cNvSpPr txBox="1"/>
          <p:nvPr>
            <p:ph idx="1" type="subTitle"/>
          </p:nvPr>
        </p:nvSpPr>
        <p:spPr>
          <a:xfrm>
            <a:off x="115025" y="3062925"/>
            <a:ext cx="3759600" cy="165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p:txBody>
      </p:sp>
      <p:sp>
        <p:nvSpPr>
          <p:cNvPr id="259" name="Google Shape;259;p20"/>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LANK_1_1_1_1_1_1_1_1_1_1_10">
    <p:spTree>
      <p:nvGrpSpPr>
        <p:cNvPr id="260" name="Shape 260"/>
        <p:cNvGrpSpPr/>
        <p:nvPr/>
      </p:nvGrpSpPr>
      <p:grpSpPr>
        <a:xfrm>
          <a:off x="0" y="0"/>
          <a:ext cx="0" cy="0"/>
          <a:chOff x="0" y="0"/>
          <a:chExt cx="0" cy="0"/>
        </a:xfrm>
      </p:grpSpPr>
      <p:sp>
        <p:nvSpPr>
          <p:cNvPr id="261" name="Google Shape;261;p21"/>
          <p:cNvSpPr/>
          <p:nvPr/>
        </p:nvSpPr>
        <p:spPr>
          <a:xfrm flipH="1" rot="-900031">
            <a:off x="1792020" y="1182391"/>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2" name="Google Shape;262;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63" name="Google Shape;263;p21"/>
          <p:cNvSpPr txBox="1"/>
          <p:nvPr>
            <p:ph idx="1" type="body"/>
          </p:nvPr>
        </p:nvSpPr>
        <p:spPr>
          <a:xfrm>
            <a:off x="2351750" y="3857450"/>
            <a:ext cx="4346700" cy="4527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a:lvl1pPr>
            <a:lvl2pPr indent="-304800" lvl="1" marL="914400">
              <a:spcBef>
                <a:spcPts val="0"/>
              </a:spcBef>
              <a:spcAft>
                <a:spcPts val="0"/>
              </a:spcAft>
              <a:buClr>
                <a:schemeClr val="lt1"/>
              </a:buClr>
              <a:buSzPts val="1200"/>
              <a:buFont typeface="Sora"/>
              <a:buChar char="○"/>
              <a:defRPr/>
            </a:lvl2pPr>
            <a:lvl3pPr indent="-304800" lvl="2" marL="1371600">
              <a:spcBef>
                <a:spcPts val="0"/>
              </a:spcBef>
              <a:spcAft>
                <a:spcPts val="0"/>
              </a:spcAft>
              <a:buClr>
                <a:schemeClr val="lt1"/>
              </a:buClr>
              <a:buSzPts val="1200"/>
              <a:buFont typeface="Sora"/>
              <a:buChar char="■"/>
              <a:defRPr/>
            </a:lvl3pPr>
            <a:lvl4pPr indent="-304800" lvl="3" marL="1828800">
              <a:spcBef>
                <a:spcPts val="0"/>
              </a:spcBef>
              <a:spcAft>
                <a:spcPts val="0"/>
              </a:spcAft>
              <a:buClr>
                <a:schemeClr val="lt1"/>
              </a:buClr>
              <a:buSzPts val="1200"/>
              <a:buFont typeface="Sora"/>
              <a:buChar char="●"/>
              <a:defRPr/>
            </a:lvl4pPr>
            <a:lvl5pPr indent="-304800" lvl="4" marL="2286000">
              <a:spcBef>
                <a:spcPts val="0"/>
              </a:spcBef>
              <a:spcAft>
                <a:spcPts val="0"/>
              </a:spcAft>
              <a:buClr>
                <a:schemeClr val="lt1"/>
              </a:buClr>
              <a:buSzPts val="1200"/>
              <a:buFont typeface="Sora"/>
              <a:buChar char="○"/>
              <a:defRPr/>
            </a:lvl5pPr>
            <a:lvl6pPr indent="-304800" lvl="5" marL="2743200">
              <a:spcBef>
                <a:spcPts val="0"/>
              </a:spcBef>
              <a:spcAft>
                <a:spcPts val="0"/>
              </a:spcAft>
              <a:buClr>
                <a:schemeClr val="lt1"/>
              </a:buClr>
              <a:buSzPts val="1200"/>
              <a:buFont typeface="Sora"/>
              <a:buChar char="■"/>
              <a:defRPr/>
            </a:lvl6pPr>
            <a:lvl7pPr indent="-304800" lvl="6" marL="3200400">
              <a:spcBef>
                <a:spcPts val="0"/>
              </a:spcBef>
              <a:spcAft>
                <a:spcPts val="0"/>
              </a:spcAft>
              <a:buClr>
                <a:schemeClr val="lt1"/>
              </a:buClr>
              <a:buSzPts val="1200"/>
              <a:buFont typeface="Sora"/>
              <a:buChar char="●"/>
              <a:defRPr/>
            </a:lvl7pPr>
            <a:lvl8pPr indent="-304800" lvl="7" marL="3657600">
              <a:spcBef>
                <a:spcPts val="0"/>
              </a:spcBef>
              <a:spcAft>
                <a:spcPts val="0"/>
              </a:spcAft>
              <a:buClr>
                <a:schemeClr val="lt1"/>
              </a:buClr>
              <a:buSzPts val="1200"/>
              <a:buFont typeface="Sora"/>
              <a:buChar char="○"/>
              <a:defRPr/>
            </a:lvl8pPr>
            <a:lvl9pPr indent="-304800" lvl="8" marL="4114800">
              <a:spcBef>
                <a:spcPts val="0"/>
              </a:spcBef>
              <a:spcAft>
                <a:spcPts val="0"/>
              </a:spcAft>
              <a:buClr>
                <a:schemeClr val="lt1"/>
              </a:buClr>
              <a:buSzPts val="1200"/>
              <a:buFont typeface="Sora"/>
              <a:buChar char="■"/>
              <a:defRPr/>
            </a:lvl9pPr>
          </a:lstStyle>
          <a:p/>
        </p:txBody>
      </p:sp>
      <p:sp>
        <p:nvSpPr>
          <p:cNvPr id="264" name="Google Shape;264;p21"/>
          <p:cNvSpPr txBox="1"/>
          <p:nvPr>
            <p:ph hasCustomPrompt="1" type="title"/>
          </p:nvPr>
        </p:nvSpPr>
        <p:spPr>
          <a:xfrm>
            <a:off x="2662050" y="1182350"/>
            <a:ext cx="3819900" cy="1963500"/>
          </a:xfrm>
          <a:prstGeom prst="rect">
            <a:avLst/>
          </a:prstGeom>
        </p:spPr>
        <p:txBody>
          <a:bodyPr anchorCtr="0" anchor="t" bIns="91425" lIns="91425" spcFirstLastPara="1" rIns="91425" wrap="square" tIns="91425">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65" name="Google Shape;265;p21"/>
          <p:cNvSpPr/>
          <p:nvPr/>
        </p:nvSpPr>
        <p:spPr>
          <a:xfrm flipH="1" rot="900031">
            <a:off x="1791931" y="1182353"/>
            <a:ext cx="5560068" cy="1963507"/>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1_1_1_1_1_1_9">
    <p:spTree>
      <p:nvGrpSpPr>
        <p:cNvPr id="266" name="Shape 266"/>
        <p:cNvGrpSpPr/>
        <p:nvPr/>
      </p:nvGrpSpPr>
      <p:grpSpPr>
        <a:xfrm>
          <a:off x="0" y="0"/>
          <a:ext cx="0" cy="0"/>
          <a:chOff x="0" y="0"/>
          <a:chExt cx="0" cy="0"/>
        </a:xfrm>
      </p:grpSpPr>
      <p:grpSp>
        <p:nvGrpSpPr>
          <p:cNvPr id="267" name="Google Shape;267;p22"/>
          <p:cNvGrpSpPr/>
          <p:nvPr/>
        </p:nvGrpSpPr>
        <p:grpSpPr>
          <a:xfrm flipH="1">
            <a:off x="3212200" y="0"/>
            <a:ext cx="1851000" cy="1225325"/>
            <a:chOff x="461225" y="3875100"/>
            <a:chExt cx="1851000" cy="1225325"/>
          </a:xfrm>
        </p:grpSpPr>
        <p:grpSp>
          <p:nvGrpSpPr>
            <p:cNvPr id="268" name="Google Shape;268;p22"/>
            <p:cNvGrpSpPr/>
            <p:nvPr/>
          </p:nvGrpSpPr>
          <p:grpSpPr>
            <a:xfrm>
              <a:off x="461225" y="3875100"/>
              <a:ext cx="1851000" cy="114600"/>
              <a:chOff x="461225" y="3504775"/>
              <a:chExt cx="1851000" cy="114600"/>
            </a:xfrm>
          </p:grpSpPr>
          <p:sp>
            <p:nvSpPr>
              <p:cNvPr id="269" name="Google Shape;269;p22"/>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0" name="Google Shape;270;p22"/>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1" name="Google Shape;271;p22"/>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2" name="Google Shape;272;p22"/>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3" name="Google Shape;273;p22"/>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4" name="Google Shape;274;p22"/>
            <p:cNvGrpSpPr/>
            <p:nvPr/>
          </p:nvGrpSpPr>
          <p:grpSpPr>
            <a:xfrm>
              <a:off x="461225" y="3989700"/>
              <a:ext cx="1480800" cy="1110725"/>
              <a:chOff x="461225" y="3249175"/>
              <a:chExt cx="1480800" cy="1110725"/>
            </a:xfrm>
          </p:grpSpPr>
          <p:sp>
            <p:nvSpPr>
              <p:cNvPr id="275" name="Google Shape;275;p22"/>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6" name="Google Shape;276;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7" name="Google Shape;277;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78" name="Google Shape;278;p22"/>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279" name="Google Shape;279;p22"/>
            <p:cNvGrpSpPr/>
            <p:nvPr/>
          </p:nvGrpSpPr>
          <p:grpSpPr>
            <a:xfrm>
              <a:off x="831425" y="4360025"/>
              <a:ext cx="1480800" cy="370200"/>
              <a:chOff x="831425" y="3249175"/>
              <a:chExt cx="1480800" cy="370200"/>
            </a:xfrm>
          </p:grpSpPr>
          <p:sp>
            <p:nvSpPr>
              <p:cNvPr id="280" name="Google Shape;280;p22"/>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1" name="Google Shape;281;p22"/>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2" name="Google Shape;282;p22"/>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283" name="Google Shape;283;p22"/>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284" name="Google Shape;284;p22"/>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5" name="Google Shape;285;p22"/>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286" name="Google Shape;286;p22"/>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CUSTOM_2">
    <p:spTree>
      <p:nvGrpSpPr>
        <p:cNvPr id="287" name="Shape 287"/>
        <p:cNvGrpSpPr/>
        <p:nvPr/>
      </p:nvGrpSpPr>
      <p:grpSpPr>
        <a:xfrm>
          <a:off x="0" y="0"/>
          <a:ext cx="0" cy="0"/>
          <a:chOff x="0" y="0"/>
          <a:chExt cx="0" cy="0"/>
        </a:xfrm>
      </p:grpSpPr>
      <p:sp>
        <p:nvSpPr>
          <p:cNvPr id="288" name="Google Shape;288;p2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289" name="Google Shape;289;p23"/>
          <p:cNvSpPr txBox="1"/>
          <p:nvPr>
            <p:ph idx="2" type="title"/>
          </p:nvPr>
        </p:nvSpPr>
        <p:spPr>
          <a:xfrm>
            <a:off x="115025" y="502775"/>
            <a:ext cx="54000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grpSp>
        <p:nvGrpSpPr>
          <p:cNvPr id="290" name="Google Shape;290;p23"/>
          <p:cNvGrpSpPr/>
          <p:nvPr/>
        </p:nvGrpSpPr>
        <p:grpSpPr>
          <a:xfrm flipH="1" rot="10800000">
            <a:off x="6179902" y="24"/>
            <a:ext cx="2963226" cy="1495659"/>
            <a:chOff x="4306084" y="2701610"/>
            <a:chExt cx="4837921" cy="2441893"/>
          </a:xfrm>
        </p:grpSpPr>
        <p:sp>
          <p:nvSpPr>
            <p:cNvPr id="291" name="Google Shape;291;p23"/>
            <p:cNvSpPr/>
            <p:nvPr/>
          </p:nvSpPr>
          <p:spPr>
            <a:xfrm>
              <a:off x="4306084" y="4485495"/>
              <a:ext cx="4837921" cy="658008"/>
            </a:xfrm>
            <a:custGeom>
              <a:rect b="b" l="l" r="r" t="t"/>
              <a:pathLst>
                <a:path extrusionOk="0" fill="none" h="12217" w="89824">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2" name="Google Shape;292;p23"/>
            <p:cNvSpPr/>
            <p:nvPr/>
          </p:nvSpPr>
          <p:spPr>
            <a:xfrm>
              <a:off x="4306084" y="3738493"/>
              <a:ext cx="4837921" cy="747038"/>
            </a:xfrm>
            <a:custGeom>
              <a:rect b="b" l="l" r="r" t="t"/>
              <a:pathLst>
                <a:path extrusionOk="0" fill="none" h="13870" w="89824">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293" name="Google Shape;293;p23"/>
            <p:cNvSpPr/>
            <p:nvPr/>
          </p:nvSpPr>
          <p:spPr>
            <a:xfrm>
              <a:off x="4306084" y="2701610"/>
              <a:ext cx="4837921" cy="1036913"/>
            </a:xfrm>
            <a:custGeom>
              <a:rect b="b" l="l" r="r" t="t"/>
              <a:pathLst>
                <a:path extrusionOk="0" fill="none" h="19252" w="89824">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grpSp>
      <p:sp>
        <p:nvSpPr>
          <p:cNvPr id="294" name="Google Shape;294;p23"/>
          <p:cNvSpPr txBox="1"/>
          <p:nvPr>
            <p:ph idx="1" type="subTitle"/>
          </p:nvPr>
        </p:nvSpPr>
        <p:spPr>
          <a:xfrm>
            <a:off x="278850" y="2976125"/>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5" name="Google Shape;295;p23"/>
          <p:cNvSpPr txBox="1"/>
          <p:nvPr>
            <p:ph idx="3" type="subTitle"/>
          </p:nvPr>
        </p:nvSpPr>
        <p:spPr>
          <a:xfrm>
            <a:off x="1720650" y="25893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23"/>
          <p:cNvSpPr txBox="1"/>
          <p:nvPr>
            <p:ph idx="4" type="subTitle"/>
          </p:nvPr>
        </p:nvSpPr>
        <p:spPr>
          <a:xfrm>
            <a:off x="3155400" y="23066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7" name="Google Shape;297;p23"/>
          <p:cNvSpPr txBox="1"/>
          <p:nvPr>
            <p:ph idx="5" type="subTitle"/>
          </p:nvPr>
        </p:nvSpPr>
        <p:spPr>
          <a:xfrm>
            <a:off x="4597200" y="19932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8" name="Google Shape;298;p23"/>
          <p:cNvSpPr txBox="1"/>
          <p:nvPr>
            <p:ph idx="6" type="subTitle"/>
          </p:nvPr>
        </p:nvSpPr>
        <p:spPr>
          <a:xfrm>
            <a:off x="6031950" y="164910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9" name="Google Shape;299;p23"/>
          <p:cNvSpPr txBox="1"/>
          <p:nvPr>
            <p:ph idx="7" type="subTitle"/>
          </p:nvPr>
        </p:nvSpPr>
        <p:spPr>
          <a:xfrm>
            <a:off x="7473750" y="1277950"/>
            <a:ext cx="1387800" cy="1192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00" name="Google Shape;300;p23"/>
          <p:cNvGrpSpPr/>
          <p:nvPr/>
        </p:nvGrpSpPr>
        <p:grpSpPr>
          <a:xfrm>
            <a:off x="2674998" y="2923250"/>
            <a:ext cx="6470027" cy="2221724"/>
            <a:chOff x="2674998" y="2923250"/>
            <a:chExt cx="6470027" cy="2221724"/>
          </a:xfrm>
        </p:grpSpPr>
        <p:sp>
          <p:nvSpPr>
            <p:cNvPr id="301" name="Google Shape;301;p23"/>
            <p:cNvSpPr/>
            <p:nvPr/>
          </p:nvSpPr>
          <p:spPr>
            <a:xfrm flipH="1">
              <a:off x="2674998" y="2923250"/>
              <a:ext cx="6469577" cy="2221028"/>
            </a:xfrm>
            <a:custGeom>
              <a:rect b="b" l="l" r="r" t="t"/>
              <a:pathLst>
                <a:path extrusionOk="0" h="140705" w="409856">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302" name="Google Shape;302;p23"/>
            <p:cNvSpPr/>
            <p:nvPr/>
          </p:nvSpPr>
          <p:spPr>
            <a:xfrm flipH="1">
              <a:off x="8645446" y="2924025"/>
              <a:ext cx="499579" cy="2220949"/>
            </a:xfrm>
            <a:custGeom>
              <a:rect b="b" l="l" r="r" t="t"/>
              <a:pathLst>
                <a:path extrusionOk="0" h="140700" w="31649">
                  <a:moveTo>
                    <a:pt x="31649" y="0"/>
                  </a:moveTo>
                  <a:lnTo>
                    <a:pt x="0" y="140700"/>
                  </a:lnTo>
                  <a:lnTo>
                    <a:pt x="65" y="53185"/>
                  </a:lnTo>
                  <a:close/>
                </a:path>
              </a:pathLst>
            </a:custGeom>
            <a:solidFill>
              <a:schemeClr val="accent5"/>
            </a:solidFill>
            <a:ln>
              <a:noFill/>
            </a:ln>
          </p:spPr>
        </p:sp>
      </p:grpSp>
      <p:sp>
        <p:nvSpPr>
          <p:cNvPr id="303" name="Google Shape;303;p23"/>
          <p:cNvSpPr txBox="1"/>
          <p:nvPr>
            <p:ph idx="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2">
  <p:cSld name="BLANK_1_1_1_1_1_1_1_1_1_1_7">
    <p:spTree>
      <p:nvGrpSpPr>
        <p:cNvPr id="304" name="Shape 304"/>
        <p:cNvGrpSpPr/>
        <p:nvPr/>
      </p:nvGrpSpPr>
      <p:grpSpPr>
        <a:xfrm>
          <a:off x="0" y="0"/>
          <a:ext cx="0" cy="0"/>
          <a:chOff x="0" y="0"/>
          <a:chExt cx="0" cy="0"/>
        </a:xfrm>
      </p:grpSpPr>
      <p:sp>
        <p:nvSpPr>
          <p:cNvPr id="305" name="Google Shape;305;p24"/>
          <p:cNvSpPr/>
          <p:nvPr/>
        </p:nvSpPr>
        <p:spPr>
          <a:xfrm>
            <a:off x="5050850" y="3243900"/>
            <a:ext cx="4093093" cy="1899657"/>
          </a:xfrm>
          <a:custGeom>
            <a:rect b="b" l="l" r="r" t="t"/>
            <a:pathLst>
              <a:path extrusionOk="0" fill="none" h="54955" w="115714">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06" name="Google Shape;306;p24"/>
          <p:cNvSpPr/>
          <p:nvPr/>
        </p:nvSpPr>
        <p:spPr>
          <a:xfrm>
            <a:off x="6123025" y="-3887"/>
            <a:ext cx="3022650" cy="837525"/>
          </a:xfrm>
          <a:custGeom>
            <a:rect b="b" l="l" r="r" t="t"/>
            <a:pathLst>
              <a:path extrusionOk="0" h="33501" w="120906">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rotWithShape="0" algn="bl" dir="5700000" dist="219075">
              <a:schemeClr val="lt2">
                <a:alpha val="40000"/>
              </a:schemeClr>
            </a:outerShdw>
          </a:effectLst>
        </p:spPr>
      </p:sp>
      <p:sp>
        <p:nvSpPr>
          <p:cNvPr id="307" name="Google Shape;307;p24"/>
          <p:cNvSpPr txBox="1"/>
          <p:nvPr>
            <p:ph type="title"/>
          </p:nvPr>
        </p:nvSpPr>
        <p:spPr>
          <a:xfrm>
            <a:off x="1143300" y="1526963"/>
            <a:ext cx="2197500" cy="4020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p:txBody>
      </p:sp>
      <p:sp>
        <p:nvSpPr>
          <p:cNvPr id="308" name="Google Shape;308;p24"/>
          <p:cNvSpPr txBox="1"/>
          <p:nvPr>
            <p:ph idx="2" type="title"/>
          </p:nvPr>
        </p:nvSpPr>
        <p:spPr>
          <a:xfrm>
            <a:off x="3820750" y="1526963"/>
            <a:ext cx="2197500" cy="402000"/>
          </a:xfrm>
          <a:prstGeom prst="rect">
            <a:avLst/>
          </a:prstGeom>
        </p:spPr>
        <p:txBody>
          <a:bodyPr anchorCtr="0" anchor="b" bIns="91425" lIns="0" spcFirstLastPara="1" rIns="91425" wrap="square" tIns="91425">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309" name="Google Shape;309;p24"/>
          <p:cNvSpPr txBox="1"/>
          <p:nvPr>
            <p:ph idx="3" type="title"/>
          </p:nvPr>
        </p:nvSpPr>
        <p:spPr>
          <a:xfrm>
            <a:off x="1129950" y="1992625"/>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0" name="Google Shape;310;p24"/>
          <p:cNvSpPr txBox="1"/>
          <p:nvPr>
            <p:ph idx="4" type="title"/>
          </p:nvPr>
        </p:nvSpPr>
        <p:spPr>
          <a:xfrm>
            <a:off x="1129950" y="2801602"/>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1" name="Google Shape;311;p24"/>
          <p:cNvSpPr txBox="1"/>
          <p:nvPr>
            <p:ph idx="5" type="title"/>
          </p:nvPr>
        </p:nvSpPr>
        <p:spPr>
          <a:xfrm>
            <a:off x="1129950" y="3610580"/>
            <a:ext cx="2024700" cy="6888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2" name="Google Shape;312;p24"/>
          <p:cNvSpPr txBox="1"/>
          <p:nvPr>
            <p:ph idx="6" type="title"/>
          </p:nvPr>
        </p:nvSpPr>
        <p:spPr>
          <a:xfrm>
            <a:off x="3820750" y="199262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3" name="Google Shape;313;p24"/>
          <p:cNvSpPr txBox="1"/>
          <p:nvPr>
            <p:ph idx="7" type="title"/>
          </p:nvPr>
        </p:nvSpPr>
        <p:spPr>
          <a:xfrm>
            <a:off x="3820750" y="2801550"/>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4" name="Google Shape;314;p24"/>
          <p:cNvSpPr txBox="1"/>
          <p:nvPr>
            <p:ph idx="8" type="title"/>
          </p:nvPr>
        </p:nvSpPr>
        <p:spPr>
          <a:xfrm>
            <a:off x="3820750" y="3610475"/>
            <a:ext cx="3350700" cy="6888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15" name="Google Shape;315;p24"/>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16" name="Google Shape;316;p24"/>
          <p:cNvSpPr txBox="1"/>
          <p:nvPr>
            <p:ph idx="13" type="title"/>
          </p:nvPr>
        </p:nvSpPr>
        <p:spPr>
          <a:xfrm>
            <a:off x="115025" y="502775"/>
            <a:ext cx="6440400" cy="6888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17" name="Google Shape;317;p24"/>
          <p:cNvSpPr txBox="1"/>
          <p:nvPr>
            <p:ph idx="14" type="title"/>
          </p:nvPr>
        </p:nvSpPr>
        <p:spPr>
          <a:xfrm>
            <a:off x="228600" y="21273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18" name="Google Shape;318;p24"/>
          <p:cNvSpPr txBox="1"/>
          <p:nvPr>
            <p:ph idx="15"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
        <p:nvSpPr>
          <p:cNvPr id="319" name="Google Shape;319;p24"/>
          <p:cNvSpPr txBox="1"/>
          <p:nvPr>
            <p:ph idx="16" type="title"/>
          </p:nvPr>
        </p:nvSpPr>
        <p:spPr>
          <a:xfrm>
            <a:off x="228600" y="29362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
        <p:nvSpPr>
          <p:cNvPr id="320" name="Google Shape;320;p24"/>
          <p:cNvSpPr txBox="1"/>
          <p:nvPr>
            <p:ph idx="17" type="title"/>
          </p:nvPr>
        </p:nvSpPr>
        <p:spPr>
          <a:xfrm>
            <a:off x="228600" y="3745125"/>
            <a:ext cx="739800" cy="419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p:txBody>
      </p:sp>
    </p:spTree>
  </p:cSld>
  <p:clrMapOvr>
    <a:masterClrMapping/>
  </p:clrMapOvr>
  <p:extLst>
    <p:ext uri="{DCECCB84-F9BA-43D5-87BE-67443E8EF086}">
      <p15:sldGuideLst>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hart">
  <p:cSld name="BLANK_1_1_1_1_1_1_1_1_1_1_7_1">
    <p:spTree>
      <p:nvGrpSpPr>
        <p:cNvPr id="321" name="Shape 321"/>
        <p:cNvGrpSpPr/>
        <p:nvPr/>
      </p:nvGrpSpPr>
      <p:grpSpPr>
        <a:xfrm>
          <a:off x="0" y="0"/>
          <a:ext cx="0" cy="0"/>
          <a:chOff x="0" y="0"/>
          <a:chExt cx="0" cy="0"/>
        </a:xfrm>
      </p:grpSpPr>
      <p:sp>
        <p:nvSpPr>
          <p:cNvPr id="322" name="Google Shape;322;p25"/>
          <p:cNvSpPr/>
          <p:nvPr/>
        </p:nvSpPr>
        <p:spPr>
          <a:xfrm flipH="1" rot="-1079220">
            <a:off x="-2010221" y="4250160"/>
            <a:ext cx="4477637" cy="804981"/>
          </a:xfrm>
          <a:prstGeom prst="chord">
            <a:avLst>
              <a:gd fmla="val 2752926" name="adj1"/>
              <a:gd fmla="val 17193540"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23" name="Google Shape;323;p25"/>
          <p:cNvGrpSpPr/>
          <p:nvPr/>
        </p:nvGrpSpPr>
        <p:grpSpPr>
          <a:xfrm rot="-5400000">
            <a:off x="4030013" y="41713"/>
            <a:ext cx="1026300" cy="9201675"/>
            <a:chOff x="670045" y="-5692564"/>
            <a:chExt cx="1026300" cy="9201675"/>
          </a:xfrm>
        </p:grpSpPr>
        <p:sp>
          <p:nvSpPr>
            <p:cNvPr id="324" name="Google Shape;324;p25"/>
            <p:cNvSpPr/>
            <p:nvPr/>
          </p:nvSpPr>
          <p:spPr>
            <a:xfrm>
              <a:off x="675320" y="-5692564"/>
              <a:ext cx="1010925" cy="7239975"/>
            </a:xfrm>
            <a:custGeom>
              <a:rect b="b" l="l" r="r" t="t"/>
              <a:pathLst>
                <a:path extrusionOk="0" h="289599" w="40437">
                  <a:moveTo>
                    <a:pt x="40437" y="287489"/>
                  </a:moveTo>
                  <a:lnTo>
                    <a:pt x="0" y="0"/>
                  </a:lnTo>
                  <a:lnTo>
                    <a:pt x="242" y="276278"/>
                  </a:lnTo>
                  <a:lnTo>
                    <a:pt x="238" y="289599"/>
                  </a:lnTo>
                  <a:close/>
                </a:path>
              </a:pathLst>
            </a:custGeom>
            <a:solidFill>
              <a:schemeClr val="lt1"/>
            </a:solidFill>
            <a:ln>
              <a:noFill/>
            </a:ln>
          </p:spPr>
        </p:sp>
        <p:sp>
          <p:nvSpPr>
            <p:cNvPr id="325" name="Google Shape;325;p25"/>
            <p:cNvSpPr/>
            <p:nvPr/>
          </p:nvSpPr>
          <p:spPr>
            <a:xfrm>
              <a:off x="670045" y="1494661"/>
              <a:ext cx="1026300" cy="2014450"/>
            </a:xfrm>
            <a:custGeom>
              <a:rect b="b" l="l" r="r" t="t"/>
              <a:pathLst>
                <a:path extrusionOk="0" h="80578" w="41052">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26" name="Google Shape;326;p25"/>
          <p:cNvSpPr txBox="1"/>
          <p:nvPr>
            <p:ph type="title"/>
          </p:nvPr>
        </p:nvSpPr>
        <p:spPr>
          <a:xfrm>
            <a:off x="37200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p:txBody>
      </p:sp>
      <p:sp>
        <p:nvSpPr>
          <p:cNvPr id="327" name="Google Shape;327;p25"/>
          <p:cNvSpPr txBox="1"/>
          <p:nvPr>
            <p:ph idx="2" type="title"/>
          </p:nvPr>
        </p:nvSpPr>
        <p:spPr>
          <a:xfrm>
            <a:off x="714892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8" name="Google Shape;328;p25"/>
          <p:cNvSpPr txBox="1"/>
          <p:nvPr>
            <p:ph idx="3" type="title"/>
          </p:nvPr>
        </p:nvSpPr>
        <p:spPr>
          <a:xfrm>
            <a:off x="5434475" y="1709075"/>
            <a:ext cx="1665300" cy="19380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329" name="Google Shape;329;p25"/>
          <p:cNvSpPr txBox="1"/>
          <p:nvPr>
            <p:ph idx="4"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30" name="Google Shape;330;p25"/>
          <p:cNvSpPr txBox="1"/>
          <p:nvPr>
            <p:ph idx="5" type="title"/>
          </p:nvPr>
        </p:nvSpPr>
        <p:spPr>
          <a:xfrm>
            <a:off x="108300" y="1168075"/>
            <a:ext cx="3544500" cy="2275200"/>
          </a:xfrm>
          <a:prstGeom prst="rect">
            <a:avLst/>
          </a:prstGeom>
        </p:spPr>
        <p:txBody>
          <a:bodyPr anchorCtr="0" anchor="t" bIns="91425" lIns="91425" spcFirstLastPara="1" rIns="91425" wrap="square" tIns="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p:txBody>
      </p:sp>
      <p:sp>
        <p:nvSpPr>
          <p:cNvPr id="331" name="Google Shape;331;p25"/>
          <p:cNvSpPr txBox="1"/>
          <p:nvPr>
            <p:ph idx="6" type="title"/>
          </p:nvPr>
        </p:nvSpPr>
        <p:spPr>
          <a:xfrm>
            <a:off x="3720025" y="1287875"/>
            <a:ext cx="4295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p:txBody>
      </p:sp>
      <p:sp>
        <p:nvSpPr>
          <p:cNvPr id="332" name="Google Shape;332;p25"/>
          <p:cNvSpPr txBox="1"/>
          <p:nvPr>
            <p:ph idx="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ubtitle">
  <p:cSld name="BLANK_1_1_1_1_1_1_1_1_1_1_6">
    <p:spTree>
      <p:nvGrpSpPr>
        <p:cNvPr id="333" name="Shape 333"/>
        <p:cNvGrpSpPr/>
        <p:nvPr/>
      </p:nvGrpSpPr>
      <p:grpSpPr>
        <a:xfrm>
          <a:off x="0" y="0"/>
          <a:ext cx="0" cy="0"/>
          <a:chOff x="0" y="0"/>
          <a:chExt cx="0" cy="0"/>
        </a:xfrm>
      </p:grpSpPr>
      <p:sp>
        <p:nvSpPr>
          <p:cNvPr id="334" name="Google Shape;334;p26"/>
          <p:cNvSpPr/>
          <p:nvPr/>
        </p:nvSpPr>
        <p:spPr>
          <a:xfrm rot="35689">
            <a:off x="3842097" y="2193145"/>
            <a:ext cx="4854862" cy="198250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5" name="Google Shape;335;p26"/>
          <p:cNvSpPr/>
          <p:nvPr/>
        </p:nvSpPr>
        <p:spPr>
          <a:xfrm rot="-1029644">
            <a:off x="3491561" y="2543266"/>
            <a:ext cx="5708121" cy="1598166"/>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336" name="Google Shape;336;p26"/>
          <p:cNvGrpSpPr/>
          <p:nvPr/>
        </p:nvGrpSpPr>
        <p:grpSpPr>
          <a:xfrm rot="10800000">
            <a:off x="9" y="0"/>
            <a:ext cx="1889320" cy="1499480"/>
            <a:chOff x="461225" y="3249175"/>
            <a:chExt cx="1399496" cy="1110726"/>
          </a:xfrm>
        </p:grpSpPr>
        <p:grpSp>
          <p:nvGrpSpPr>
            <p:cNvPr id="337" name="Google Shape;337;p26"/>
            <p:cNvGrpSpPr/>
            <p:nvPr/>
          </p:nvGrpSpPr>
          <p:grpSpPr>
            <a:xfrm>
              <a:off x="461225" y="3249175"/>
              <a:ext cx="1399496" cy="370204"/>
              <a:chOff x="461225" y="3249175"/>
              <a:chExt cx="1399496" cy="370204"/>
            </a:xfrm>
          </p:grpSpPr>
          <p:sp>
            <p:nvSpPr>
              <p:cNvPr id="338" name="Google Shape;33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39" name="Google Shape;33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0" name="Google Shape;34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1" name="Google Shape;341;p26"/>
              <p:cNvSpPr/>
              <p:nvPr/>
            </p:nvSpPr>
            <p:spPr>
              <a:xfrm>
                <a:off x="1571821" y="3249179"/>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2" name="Google Shape;342;p26"/>
            <p:cNvGrpSpPr/>
            <p:nvPr/>
          </p:nvGrpSpPr>
          <p:grpSpPr>
            <a:xfrm>
              <a:off x="461225" y="3619500"/>
              <a:ext cx="1399496" cy="370202"/>
              <a:chOff x="461225" y="3249175"/>
              <a:chExt cx="1399496" cy="370202"/>
            </a:xfrm>
          </p:grpSpPr>
          <p:sp>
            <p:nvSpPr>
              <p:cNvPr id="343" name="Google Shape;343;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4" name="Google Shape;344;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5" name="Google Shape;345;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6" name="Google Shape;346;p26"/>
              <p:cNvSpPr/>
              <p:nvPr/>
            </p:nvSpPr>
            <p:spPr>
              <a:xfrm>
                <a:off x="1571821" y="3249177"/>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347" name="Google Shape;347;p26"/>
            <p:cNvGrpSpPr/>
            <p:nvPr/>
          </p:nvGrpSpPr>
          <p:grpSpPr>
            <a:xfrm>
              <a:off x="461225" y="3989700"/>
              <a:ext cx="1399496" cy="370201"/>
              <a:chOff x="461225" y="3249175"/>
              <a:chExt cx="1399496" cy="370201"/>
            </a:xfrm>
          </p:grpSpPr>
          <p:sp>
            <p:nvSpPr>
              <p:cNvPr id="348" name="Google Shape;348;p26"/>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49" name="Google Shape;349;p26"/>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0" name="Google Shape;350;p26"/>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51" name="Google Shape;351;p26"/>
              <p:cNvSpPr/>
              <p:nvPr/>
            </p:nvSpPr>
            <p:spPr>
              <a:xfrm>
                <a:off x="1571821" y="3249176"/>
                <a:ext cx="2889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352" name="Google Shape;352;p26"/>
          <p:cNvSpPr/>
          <p:nvPr/>
        </p:nvSpPr>
        <p:spPr>
          <a:xfrm>
            <a:off x="5909401" y="-3350"/>
            <a:ext cx="3234589" cy="1736822"/>
          </a:xfrm>
          <a:custGeom>
            <a:rect b="b" l="l" r="r" t="t"/>
            <a:pathLst>
              <a:path extrusionOk="0" h="141435" w="263403">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rotWithShape="0" algn="bl" dir="5400000" dist="19050">
              <a:schemeClr val="lt2">
                <a:alpha val="49000"/>
              </a:schemeClr>
            </a:outerShdw>
          </a:effectLst>
        </p:spPr>
      </p:sp>
      <p:sp>
        <p:nvSpPr>
          <p:cNvPr id="353" name="Google Shape;353;p26"/>
          <p:cNvSpPr/>
          <p:nvPr/>
        </p:nvSpPr>
        <p:spPr>
          <a:xfrm>
            <a:off x="8299949" y="73285"/>
            <a:ext cx="844041" cy="1631459"/>
          </a:xfrm>
          <a:custGeom>
            <a:rect b="b" l="l" r="r" t="t"/>
            <a:pathLst>
              <a:path extrusionOk="0" h="132855" w="68733">
                <a:moveTo>
                  <a:pt x="0" y="132855"/>
                </a:moveTo>
                <a:lnTo>
                  <a:pt x="68733" y="58124"/>
                </a:lnTo>
                <a:lnTo>
                  <a:pt x="68733" y="0"/>
                </a:lnTo>
                <a:close/>
              </a:path>
            </a:pathLst>
          </a:custGeom>
          <a:solidFill>
            <a:schemeClr val="accent5"/>
          </a:solidFill>
          <a:ln>
            <a:noFill/>
          </a:ln>
        </p:spPr>
      </p:sp>
      <p:sp>
        <p:nvSpPr>
          <p:cNvPr id="354" name="Google Shape;354;p26"/>
          <p:cNvSpPr txBox="1"/>
          <p:nvPr>
            <p:ph type="title"/>
          </p:nvPr>
        </p:nvSpPr>
        <p:spPr>
          <a:xfrm>
            <a:off x="163725" y="2947825"/>
            <a:ext cx="6637500" cy="14994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p:txBody>
      </p:sp>
      <p:sp>
        <p:nvSpPr>
          <p:cNvPr id="355" name="Google Shape;355;p26"/>
          <p:cNvSpPr txBox="1"/>
          <p:nvPr>
            <p:ph idx="1" type="subTitle"/>
          </p:nvPr>
        </p:nvSpPr>
        <p:spPr>
          <a:xfrm>
            <a:off x="163725" y="1184350"/>
            <a:ext cx="3336600" cy="1582200"/>
          </a:xfrm>
          <a:prstGeom prst="rect">
            <a:avLst/>
          </a:prstGeom>
        </p:spPr>
        <p:txBody>
          <a:bodyPr anchorCtr="0" anchor="b" bIns="0" lIns="91425" spcFirstLastPara="1" rIns="91425" wrap="square" tIns="91425">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p:txBody>
      </p:sp>
      <p:sp>
        <p:nvSpPr>
          <p:cNvPr id="356" name="Google Shape;356;p26"/>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57" name="Google Shape;357;p26"/>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1_1_1_1_1_1_5">
    <p:spTree>
      <p:nvGrpSpPr>
        <p:cNvPr id="358" name="Shape 358"/>
        <p:cNvGrpSpPr/>
        <p:nvPr/>
      </p:nvGrpSpPr>
      <p:grpSpPr>
        <a:xfrm>
          <a:off x="0" y="0"/>
          <a:ext cx="0" cy="0"/>
          <a:chOff x="0" y="0"/>
          <a:chExt cx="0" cy="0"/>
        </a:xfrm>
      </p:grpSpPr>
      <p:sp>
        <p:nvSpPr>
          <p:cNvPr id="359" name="Google Shape;359;p27"/>
          <p:cNvSpPr/>
          <p:nvPr/>
        </p:nvSpPr>
        <p:spPr>
          <a:xfrm>
            <a:off x="1347300" y="4352975"/>
            <a:ext cx="6752827" cy="790544"/>
          </a:xfrm>
          <a:custGeom>
            <a:rect b="b" l="l" r="r" t="t"/>
            <a:pathLst>
              <a:path extrusionOk="0" h="14771" w="86243">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360" name="Google Shape;360;p2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61" name="Google Shape;361;p27"/>
          <p:cNvSpPr txBox="1"/>
          <p:nvPr>
            <p:ph idx="2"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362" name="Google Shape;362;p27"/>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_1_1_1_1_1_1_4">
    <p:spTree>
      <p:nvGrpSpPr>
        <p:cNvPr id="363" name="Shape 363"/>
        <p:cNvGrpSpPr/>
        <p:nvPr/>
      </p:nvGrpSpPr>
      <p:grpSpPr>
        <a:xfrm>
          <a:off x="0" y="0"/>
          <a:ext cx="0" cy="0"/>
          <a:chOff x="0" y="0"/>
          <a:chExt cx="0" cy="0"/>
        </a:xfrm>
      </p:grpSpPr>
      <p:sp>
        <p:nvSpPr>
          <p:cNvPr id="364" name="Google Shape;364;p28"/>
          <p:cNvSpPr/>
          <p:nvPr/>
        </p:nvSpPr>
        <p:spPr>
          <a:xfrm rot="-737329">
            <a:off x="5068924" y="-96942"/>
            <a:ext cx="3371552" cy="1136324"/>
          </a:xfrm>
          <a:prstGeom prst="chord">
            <a:avLst>
              <a:gd fmla="val 21353619" name="adj1"/>
              <a:gd fmla="val 1421063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65" name="Google Shape;365;p28"/>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p:txBody>
      </p:sp>
      <p:sp>
        <p:nvSpPr>
          <p:cNvPr id="366" name="Google Shape;366;p28"/>
          <p:cNvSpPr txBox="1"/>
          <p:nvPr>
            <p:ph idx="2"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7" name="Google Shape;367;p28"/>
          <p:cNvSpPr txBox="1"/>
          <p:nvPr>
            <p:ph idx="3"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8" name="Google Shape;368;p28"/>
          <p:cNvSpPr txBox="1"/>
          <p:nvPr>
            <p:ph idx="4"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369" name="Google Shape;369;p28"/>
          <p:cNvSpPr txBox="1"/>
          <p:nvPr>
            <p:ph idx="5"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0" name="Google Shape;370;p28"/>
          <p:cNvSpPr txBox="1"/>
          <p:nvPr>
            <p:ph idx="6"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p:txBody>
      </p:sp>
      <p:sp>
        <p:nvSpPr>
          <p:cNvPr id="371" name="Google Shape;371;p28"/>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372" name="Google Shape;372;p28"/>
          <p:cNvSpPr/>
          <p:nvPr/>
        </p:nvSpPr>
        <p:spPr>
          <a:xfrm flipH="1" rot="-6104187">
            <a:off x="4324040" y="2970795"/>
            <a:ext cx="1541221" cy="4732320"/>
          </a:xfrm>
          <a:prstGeom prst="chord">
            <a:avLst>
              <a:gd fmla="val 4994308" name="adj1"/>
              <a:gd fmla="val 15114049"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3" name="Google Shape;373;p28"/>
          <p:cNvSpPr/>
          <p:nvPr/>
        </p:nvSpPr>
        <p:spPr>
          <a:xfrm rot="5740201">
            <a:off x="4240558" y="2810912"/>
            <a:ext cx="1433212" cy="5490517"/>
          </a:xfrm>
          <a:prstGeom prst="chord">
            <a:avLst>
              <a:gd fmla="val 5592353" name="adj1"/>
              <a:gd fmla="val 15024063"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74" name="Google Shape;374;p28"/>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5" name="Google Shape;375;p28"/>
          <p:cNvSpPr txBox="1"/>
          <p:nvPr>
            <p:ph idx="8"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800"/>
              </a:spcBef>
              <a:spcAft>
                <a:spcPts val="0"/>
              </a:spcAft>
              <a:buSzPts val="1000"/>
              <a:buFont typeface="Sora"/>
              <a:buChar char="○"/>
              <a:defRPr sz="1000"/>
            </a:lvl2pPr>
            <a:lvl3pPr indent="-292100" lvl="2" marL="1371600">
              <a:spcBef>
                <a:spcPts val="800"/>
              </a:spcBef>
              <a:spcAft>
                <a:spcPts val="0"/>
              </a:spcAft>
              <a:buSzPts val="1000"/>
              <a:buFont typeface="Sora"/>
              <a:buChar char="■"/>
              <a:defRPr sz="1000"/>
            </a:lvl3pPr>
            <a:lvl4pPr indent="-292100" lvl="3" marL="1828800">
              <a:spcBef>
                <a:spcPts val="800"/>
              </a:spcBef>
              <a:spcAft>
                <a:spcPts val="0"/>
              </a:spcAft>
              <a:buSzPts val="1000"/>
              <a:buFont typeface="Sora"/>
              <a:buChar char="●"/>
              <a:defRPr sz="1000"/>
            </a:lvl4pPr>
            <a:lvl5pPr indent="-292100" lvl="4" marL="2286000">
              <a:spcBef>
                <a:spcPts val="800"/>
              </a:spcBef>
              <a:spcAft>
                <a:spcPts val="0"/>
              </a:spcAft>
              <a:buSzPts val="1000"/>
              <a:buFont typeface="Sora"/>
              <a:buChar char="○"/>
              <a:defRPr sz="1000"/>
            </a:lvl5pPr>
            <a:lvl6pPr indent="-292100" lvl="5" marL="2743200">
              <a:spcBef>
                <a:spcPts val="800"/>
              </a:spcBef>
              <a:spcAft>
                <a:spcPts val="0"/>
              </a:spcAft>
              <a:buSzPts val="1000"/>
              <a:buFont typeface="Sora"/>
              <a:buChar char="■"/>
              <a:defRPr sz="1000"/>
            </a:lvl6pPr>
            <a:lvl7pPr indent="-292100" lvl="6" marL="3200400">
              <a:spcBef>
                <a:spcPts val="800"/>
              </a:spcBef>
              <a:spcAft>
                <a:spcPts val="0"/>
              </a:spcAft>
              <a:buSzPts val="1000"/>
              <a:buFont typeface="Sora"/>
              <a:buChar char="●"/>
              <a:defRPr sz="1000"/>
            </a:lvl7pPr>
            <a:lvl8pPr indent="-292100" lvl="7" marL="3657600">
              <a:spcBef>
                <a:spcPts val="800"/>
              </a:spcBef>
              <a:spcAft>
                <a:spcPts val="0"/>
              </a:spcAft>
              <a:buSzPts val="1000"/>
              <a:buFont typeface="Sora"/>
              <a:buChar char="○"/>
              <a:defRPr sz="1000"/>
            </a:lvl8pPr>
            <a:lvl9pPr indent="-292100" lvl="8" marL="4114800">
              <a:spcBef>
                <a:spcPts val="800"/>
              </a:spcBef>
              <a:spcAft>
                <a:spcPts val="800"/>
              </a:spcAft>
              <a:buSzPts val="1000"/>
              <a:buFont typeface="Sora"/>
              <a:buChar char="■"/>
              <a:defRPr sz="1000"/>
            </a:lvl9pPr>
          </a:lstStyle>
          <a:p/>
        </p:txBody>
      </p:sp>
      <p:sp>
        <p:nvSpPr>
          <p:cNvPr id="376" name="Google Shape;376;p28"/>
          <p:cNvSpPr txBox="1"/>
          <p:nvPr>
            <p:ph idx="9"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7" name="Google Shape;377;p28"/>
          <p:cNvSpPr txBox="1"/>
          <p:nvPr>
            <p:ph idx="13"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8" name="Google Shape;378;p28"/>
          <p:cNvSpPr txBox="1"/>
          <p:nvPr>
            <p:ph idx="14"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79" name="Google Shape;379;p28"/>
          <p:cNvSpPr txBox="1"/>
          <p:nvPr>
            <p:ph idx="15"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2"/>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0" name="Google Shape;380;p28"/>
          <p:cNvSpPr txBox="1"/>
          <p:nvPr>
            <p:ph idx="16"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1" name="Google Shape;381;p28"/>
          <p:cNvSpPr txBox="1"/>
          <p:nvPr>
            <p:ph idx="17"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2" name="Google Shape;382;p28"/>
          <p:cNvSpPr txBox="1"/>
          <p:nvPr>
            <p:ph idx="18"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Font typeface="Sora"/>
              <a:buChar char="➔"/>
              <a:defRPr sz="1000"/>
            </a:lvl1pPr>
            <a:lvl2pPr indent="-292100" lvl="1" marL="914400">
              <a:spcBef>
                <a:spcPts val="0"/>
              </a:spcBef>
              <a:spcAft>
                <a:spcPts val="0"/>
              </a:spcAft>
              <a:buClr>
                <a:schemeClr val="lt1"/>
              </a:buClr>
              <a:buSzPts val="1000"/>
              <a:buFont typeface="Sora"/>
              <a:buChar char="◆"/>
              <a:defRPr sz="1000"/>
            </a:lvl2pPr>
            <a:lvl3pPr indent="-292100" lvl="2" marL="1371600">
              <a:spcBef>
                <a:spcPts val="0"/>
              </a:spcBef>
              <a:spcAft>
                <a:spcPts val="0"/>
              </a:spcAft>
              <a:buClr>
                <a:schemeClr val="lt1"/>
              </a:buClr>
              <a:buSzPts val="1000"/>
              <a:buFont typeface="Sora"/>
              <a:buChar char="●"/>
              <a:defRPr sz="1000"/>
            </a:lvl3pPr>
            <a:lvl4pPr indent="-292100" lvl="3" marL="1828800">
              <a:spcBef>
                <a:spcPts val="0"/>
              </a:spcBef>
              <a:spcAft>
                <a:spcPts val="0"/>
              </a:spcAft>
              <a:buClr>
                <a:schemeClr val="lt1"/>
              </a:buClr>
              <a:buSzPts val="1000"/>
              <a:buFont typeface="Sora"/>
              <a:buChar char="○"/>
              <a:defRPr sz="1000"/>
            </a:lvl4pPr>
            <a:lvl5pPr indent="-292100" lvl="4" marL="2286000">
              <a:spcBef>
                <a:spcPts val="0"/>
              </a:spcBef>
              <a:spcAft>
                <a:spcPts val="0"/>
              </a:spcAft>
              <a:buClr>
                <a:schemeClr val="lt1"/>
              </a:buClr>
              <a:buSzPts val="1000"/>
              <a:buFont typeface="Sora"/>
              <a:buChar char="◆"/>
              <a:defRPr sz="1000"/>
            </a:lvl5pPr>
            <a:lvl6pPr indent="-292100" lvl="5" marL="2743200">
              <a:spcBef>
                <a:spcPts val="0"/>
              </a:spcBef>
              <a:spcAft>
                <a:spcPts val="0"/>
              </a:spcAft>
              <a:buClr>
                <a:schemeClr val="lt1"/>
              </a:buClr>
              <a:buSzPts val="1000"/>
              <a:buFont typeface="Sora"/>
              <a:buChar char="●"/>
              <a:defRPr sz="1000"/>
            </a:lvl6pPr>
            <a:lvl7pPr indent="-292100" lvl="6" marL="3200400">
              <a:spcBef>
                <a:spcPts val="0"/>
              </a:spcBef>
              <a:spcAft>
                <a:spcPts val="0"/>
              </a:spcAft>
              <a:buClr>
                <a:schemeClr val="lt1"/>
              </a:buClr>
              <a:buSzPts val="1000"/>
              <a:buFont typeface="Sora"/>
              <a:buChar char="○"/>
              <a:defRPr sz="1000"/>
            </a:lvl7pPr>
            <a:lvl8pPr indent="-292100" lvl="7" marL="3657600">
              <a:spcBef>
                <a:spcPts val="0"/>
              </a:spcBef>
              <a:spcAft>
                <a:spcPts val="0"/>
              </a:spcAft>
              <a:buClr>
                <a:schemeClr val="lt1"/>
              </a:buClr>
              <a:buSzPts val="1000"/>
              <a:buFont typeface="Sora"/>
              <a:buChar char="◆"/>
              <a:defRPr sz="1000"/>
            </a:lvl8pPr>
            <a:lvl9pPr indent="-292100" lvl="8" marL="4114800">
              <a:spcBef>
                <a:spcPts val="0"/>
              </a:spcBef>
              <a:spcAft>
                <a:spcPts val="0"/>
              </a:spcAft>
              <a:buClr>
                <a:schemeClr val="lt1"/>
              </a:buClr>
              <a:buSzPts val="1000"/>
              <a:buFont typeface="Sora"/>
              <a:buChar char="●"/>
              <a:defRPr sz="1000"/>
            </a:lvl9pPr>
          </a:lstStyle>
          <a:p/>
        </p:txBody>
      </p:sp>
      <p:sp>
        <p:nvSpPr>
          <p:cNvPr id="383" name="Google Shape;383;p28"/>
          <p:cNvSpPr txBox="1"/>
          <p:nvPr>
            <p:ph idx="19"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384" name="Google Shape;384;p28"/>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 Dark">
  <p:cSld name="BLANK_1_1_1_1_1_1_1_1_1_1_4_1">
    <p:bg>
      <p:bgPr>
        <a:solidFill>
          <a:schemeClr val="lt1"/>
        </a:solidFill>
      </p:bgPr>
    </p:bg>
    <p:spTree>
      <p:nvGrpSpPr>
        <p:cNvPr id="385" name="Shape 385"/>
        <p:cNvGrpSpPr/>
        <p:nvPr/>
      </p:nvGrpSpPr>
      <p:grpSpPr>
        <a:xfrm>
          <a:off x="0" y="0"/>
          <a:ext cx="0" cy="0"/>
          <a:chOff x="0" y="0"/>
          <a:chExt cx="0" cy="0"/>
        </a:xfrm>
      </p:grpSpPr>
      <p:sp>
        <p:nvSpPr>
          <p:cNvPr id="386" name="Google Shape;386;p29"/>
          <p:cNvSpPr/>
          <p:nvPr/>
        </p:nvSpPr>
        <p:spPr>
          <a:xfrm rot="-737329">
            <a:off x="5068924" y="-96942"/>
            <a:ext cx="3371552" cy="1136324"/>
          </a:xfrm>
          <a:prstGeom prst="chord">
            <a:avLst>
              <a:gd fmla="val 21353619" name="adj1"/>
              <a:gd fmla="val 1421063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5"/>
              </a:solidFill>
              <a:latin typeface="Sora"/>
              <a:ea typeface="Sora"/>
              <a:cs typeface="Sora"/>
              <a:sym typeface="Sora"/>
            </a:endParaRPr>
          </a:p>
        </p:txBody>
      </p:sp>
      <p:sp>
        <p:nvSpPr>
          <p:cNvPr id="387" name="Google Shape;387;p29"/>
          <p:cNvSpPr txBox="1"/>
          <p:nvPr>
            <p:ph type="title"/>
          </p:nvPr>
        </p:nvSpPr>
        <p:spPr>
          <a:xfrm>
            <a:off x="134550" y="1524225"/>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8" name="Google Shape;388;p29"/>
          <p:cNvSpPr txBox="1"/>
          <p:nvPr>
            <p:ph idx="2" type="title"/>
          </p:nvPr>
        </p:nvSpPr>
        <p:spPr>
          <a:xfrm>
            <a:off x="134550" y="260620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89" name="Google Shape;389;p29"/>
          <p:cNvSpPr txBox="1"/>
          <p:nvPr>
            <p:ph idx="3" type="title"/>
          </p:nvPr>
        </p:nvSpPr>
        <p:spPr>
          <a:xfrm>
            <a:off x="134550" y="3659750"/>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p:txBody>
      </p:sp>
      <p:sp>
        <p:nvSpPr>
          <p:cNvPr id="390" name="Google Shape;390;p29"/>
          <p:cNvSpPr txBox="1"/>
          <p:nvPr>
            <p:ph idx="4"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391" name="Google Shape;391;p29"/>
          <p:cNvSpPr txBox="1"/>
          <p:nvPr>
            <p:ph idx="5" type="title"/>
          </p:nvPr>
        </p:nvSpPr>
        <p:spPr>
          <a:xfrm>
            <a:off x="132615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2" name="Google Shape;392;p29"/>
          <p:cNvSpPr txBox="1"/>
          <p:nvPr>
            <p:ph idx="6" type="title"/>
          </p:nvPr>
        </p:nvSpPr>
        <p:spPr>
          <a:xfrm>
            <a:off x="3808925"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3" name="Google Shape;393;p29"/>
          <p:cNvSpPr txBox="1"/>
          <p:nvPr>
            <p:ph idx="7" type="title"/>
          </p:nvPr>
        </p:nvSpPr>
        <p:spPr>
          <a:xfrm>
            <a:off x="6291700" y="983700"/>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p:txBody>
      </p:sp>
      <p:sp>
        <p:nvSpPr>
          <p:cNvPr id="394" name="Google Shape;394;p29"/>
          <p:cNvSpPr/>
          <p:nvPr/>
        </p:nvSpPr>
        <p:spPr>
          <a:xfrm flipH="1" rot="-6104187">
            <a:off x="4324040" y="2970795"/>
            <a:ext cx="1541221" cy="4732320"/>
          </a:xfrm>
          <a:prstGeom prst="chord">
            <a:avLst>
              <a:gd fmla="val 4994308" name="adj1"/>
              <a:gd fmla="val 15114049"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5" name="Google Shape;395;p29"/>
          <p:cNvSpPr/>
          <p:nvPr/>
        </p:nvSpPr>
        <p:spPr>
          <a:xfrm rot="5740201">
            <a:off x="4240558" y="2810912"/>
            <a:ext cx="1433212" cy="5490517"/>
          </a:xfrm>
          <a:prstGeom prst="chord">
            <a:avLst>
              <a:gd fmla="val 5592353" name="adj1"/>
              <a:gd fmla="val 15024063" name="adj2"/>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396" name="Google Shape;396;p29"/>
          <p:cNvSpPr txBox="1"/>
          <p:nvPr>
            <p:ph idx="8"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397" name="Google Shape;397;p29"/>
          <p:cNvSpPr txBox="1"/>
          <p:nvPr>
            <p:ph idx="1" type="body"/>
          </p:nvPr>
        </p:nvSpPr>
        <p:spPr>
          <a:xfrm>
            <a:off x="1326025"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398" name="Google Shape;398;p29"/>
          <p:cNvSpPr txBox="1"/>
          <p:nvPr>
            <p:ph idx="9" type="body"/>
          </p:nvPr>
        </p:nvSpPr>
        <p:spPr>
          <a:xfrm>
            <a:off x="380886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800"/>
              </a:spcBef>
              <a:spcAft>
                <a:spcPts val="0"/>
              </a:spcAft>
              <a:buClr>
                <a:schemeClr val="dk1"/>
              </a:buClr>
              <a:buSzPts val="1000"/>
              <a:buFont typeface="Sora"/>
              <a:buChar char="◆"/>
              <a:defRPr sz="1000">
                <a:solidFill>
                  <a:schemeClr val="dk1"/>
                </a:solidFill>
              </a:defRPr>
            </a:lvl2pPr>
            <a:lvl3pPr indent="-292100" lvl="2" marL="1371600">
              <a:spcBef>
                <a:spcPts val="800"/>
              </a:spcBef>
              <a:spcAft>
                <a:spcPts val="0"/>
              </a:spcAft>
              <a:buClr>
                <a:schemeClr val="dk1"/>
              </a:buClr>
              <a:buSzPts val="1000"/>
              <a:buFont typeface="Sora"/>
              <a:buChar char="●"/>
              <a:defRPr sz="1000">
                <a:solidFill>
                  <a:schemeClr val="dk1"/>
                </a:solidFill>
              </a:defRPr>
            </a:lvl3pPr>
            <a:lvl4pPr indent="-292100" lvl="3" marL="1828800">
              <a:spcBef>
                <a:spcPts val="800"/>
              </a:spcBef>
              <a:spcAft>
                <a:spcPts val="0"/>
              </a:spcAft>
              <a:buClr>
                <a:schemeClr val="dk1"/>
              </a:buClr>
              <a:buSzPts val="1000"/>
              <a:buFont typeface="Sora"/>
              <a:buChar char="○"/>
              <a:defRPr sz="1000">
                <a:solidFill>
                  <a:schemeClr val="dk1"/>
                </a:solidFill>
              </a:defRPr>
            </a:lvl4pPr>
            <a:lvl5pPr indent="-292100" lvl="4" marL="2286000">
              <a:spcBef>
                <a:spcPts val="800"/>
              </a:spcBef>
              <a:spcAft>
                <a:spcPts val="0"/>
              </a:spcAft>
              <a:buClr>
                <a:schemeClr val="dk1"/>
              </a:buClr>
              <a:buSzPts val="1000"/>
              <a:buFont typeface="Sora"/>
              <a:buChar char="◆"/>
              <a:defRPr sz="1000">
                <a:solidFill>
                  <a:schemeClr val="dk1"/>
                </a:solidFill>
              </a:defRPr>
            </a:lvl5pPr>
            <a:lvl6pPr indent="-292100" lvl="5" marL="2743200">
              <a:spcBef>
                <a:spcPts val="800"/>
              </a:spcBef>
              <a:spcAft>
                <a:spcPts val="0"/>
              </a:spcAft>
              <a:buClr>
                <a:schemeClr val="dk1"/>
              </a:buClr>
              <a:buSzPts val="1000"/>
              <a:buFont typeface="Sora"/>
              <a:buChar char="●"/>
              <a:defRPr sz="1000">
                <a:solidFill>
                  <a:schemeClr val="dk1"/>
                </a:solidFill>
              </a:defRPr>
            </a:lvl6pPr>
            <a:lvl7pPr indent="-292100" lvl="6" marL="3200400">
              <a:spcBef>
                <a:spcPts val="800"/>
              </a:spcBef>
              <a:spcAft>
                <a:spcPts val="0"/>
              </a:spcAft>
              <a:buClr>
                <a:schemeClr val="dk1"/>
              </a:buClr>
              <a:buSzPts val="1000"/>
              <a:buFont typeface="Sora"/>
              <a:buChar char="○"/>
              <a:defRPr sz="1000">
                <a:solidFill>
                  <a:schemeClr val="dk1"/>
                </a:solidFill>
              </a:defRPr>
            </a:lvl7pPr>
            <a:lvl8pPr indent="-292100" lvl="7" marL="3657600">
              <a:spcBef>
                <a:spcPts val="800"/>
              </a:spcBef>
              <a:spcAft>
                <a:spcPts val="0"/>
              </a:spcAft>
              <a:buClr>
                <a:schemeClr val="dk1"/>
              </a:buClr>
              <a:buSzPts val="1000"/>
              <a:buFont typeface="Sora"/>
              <a:buChar char="◆"/>
              <a:defRPr sz="1000">
                <a:solidFill>
                  <a:schemeClr val="dk1"/>
                </a:solidFill>
              </a:defRPr>
            </a:lvl8pPr>
            <a:lvl9pPr indent="-292100" lvl="8" marL="4114800">
              <a:spcBef>
                <a:spcPts val="800"/>
              </a:spcBef>
              <a:spcAft>
                <a:spcPts val="800"/>
              </a:spcAft>
              <a:buClr>
                <a:schemeClr val="dk1"/>
              </a:buClr>
              <a:buSzPts val="1000"/>
              <a:buFont typeface="Sora"/>
              <a:buChar char="●"/>
              <a:defRPr sz="1000">
                <a:solidFill>
                  <a:schemeClr val="dk1"/>
                </a:solidFill>
              </a:defRPr>
            </a:lvl9pPr>
          </a:lstStyle>
          <a:p/>
        </p:txBody>
      </p:sp>
      <p:sp>
        <p:nvSpPr>
          <p:cNvPr id="399" name="Google Shape;399;p29"/>
          <p:cNvSpPr txBox="1"/>
          <p:nvPr>
            <p:ph idx="13" type="body"/>
          </p:nvPr>
        </p:nvSpPr>
        <p:spPr>
          <a:xfrm>
            <a:off x="6291713" y="361505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0" name="Google Shape;400;p29"/>
          <p:cNvSpPr txBox="1"/>
          <p:nvPr>
            <p:ph idx="14" type="body"/>
          </p:nvPr>
        </p:nvSpPr>
        <p:spPr>
          <a:xfrm>
            <a:off x="1326025"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1" name="Google Shape;401;p29"/>
          <p:cNvSpPr txBox="1"/>
          <p:nvPr>
            <p:ph idx="15" type="body"/>
          </p:nvPr>
        </p:nvSpPr>
        <p:spPr>
          <a:xfrm>
            <a:off x="380886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2" name="Google Shape;402;p29"/>
          <p:cNvSpPr txBox="1"/>
          <p:nvPr>
            <p:ph idx="16" type="body"/>
          </p:nvPr>
        </p:nvSpPr>
        <p:spPr>
          <a:xfrm>
            <a:off x="6291713" y="2606200"/>
            <a:ext cx="2296500" cy="999900"/>
          </a:xfrm>
          <a:prstGeom prst="rect">
            <a:avLst/>
          </a:prstGeom>
        </p:spPr>
        <p:txBody>
          <a:bodyPr anchorCtr="0" anchor="t" bIns="91425" lIns="91425" spcFirstLastPara="1" rIns="91425" wrap="square" tIns="91425">
            <a:normAutofit/>
          </a:bodyPr>
          <a:lstStyle>
            <a:lvl1pPr indent="-292100" lvl="0" marL="457200">
              <a:spcBef>
                <a:spcPts val="0"/>
              </a:spcBef>
              <a:spcAft>
                <a:spcPts val="0"/>
              </a:spcAft>
              <a:buClr>
                <a:schemeClr val="accent1"/>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3" name="Google Shape;403;p29"/>
          <p:cNvSpPr txBox="1"/>
          <p:nvPr>
            <p:ph idx="17" type="body"/>
          </p:nvPr>
        </p:nvSpPr>
        <p:spPr>
          <a:xfrm>
            <a:off x="1326025"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4" name="Google Shape;404;p29"/>
          <p:cNvSpPr txBox="1"/>
          <p:nvPr>
            <p:ph idx="18" type="body"/>
          </p:nvPr>
        </p:nvSpPr>
        <p:spPr>
          <a:xfrm>
            <a:off x="3808867"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5" name="Google Shape;405;p29"/>
          <p:cNvSpPr txBox="1"/>
          <p:nvPr>
            <p:ph idx="19" type="body"/>
          </p:nvPr>
        </p:nvSpPr>
        <p:spPr>
          <a:xfrm>
            <a:off x="6291721" y="1524225"/>
            <a:ext cx="2296500" cy="8325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accent3"/>
              </a:buClr>
              <a:buSzPts val="1000"/>
              <a:buFont typeface="Sora"/>
              <a:buChar char="➔"/>
              <a:defRPr sz="1000">
                <a:solidFill>
                  <a:schemeClr val="dk1"/>
                </a:solidFill>
              </a:defRPr>
            </a:lvl1pPr>
            <a:lvl2pPr indent="-292100" lvl="1" marL="914400">
              <a:spcBef>
                <a:spcPts val="0"/>
              </a:spcBef>
              <a:spcAft>
                <a:spcPts val="0"/>
              </a:spcAft>
              <a:buClr>
                <a:schemeClr val="dk1"/>
              </a:buClr>
              <a:buSzPts val="1000"/>
              <a:buFont typeface="Sora"/>
              <a:buChar char="◆"/>
              <a:defRPr sz="1000">
                <a:solidFill>
                  <a:schemeClr val="dk1"/>
                </a:solidFill>
              </a:defRPr>
            </a:lvl2pPr>
            <a:lvl3pPr indent="-292100" lvl="2" marL="1371600">
              <a:spcBef>
                <a:spcPts val="0"/>
              </a:spcBef>
              <a:spcAft>
                <a:spcPts val="0"/>
              </a:spcAft>
              <a:buClr>
                <a:schemeClr val="dk1"/>
              </a:buClr>
              <a:buSzPts val="1000"/>
              <a:buFont typeface="Sora"/>
              <a:buChar char="●"/>
              <a:defRPr sz="1000">
                <a:solidFill>
                  <a:schemeClr val="dk1"/>
                </a:solidFill>
              </a:defRPr>
            </a:lvl3pPr>
            <a:lvl4pPr indent="-292100" lvl="3" marL="1828800">
              <a:spcBef>
                <a:spcPts val="0"/>
              </a:spcBef>
              <a:spcAft>
                <a:spcPts val="0"/>
              </a:spcAft>
              <a:buClr>
                <a:schemeClr val="dk1"/>
              </a:buClr>
              <a:buSzPts val="1000"/>
              <a:buFont typeface="Sora"/>
              <a:buChar char="○"/>
              <a:defRPr sz="1000">
                <a:solidFill>
                  <a:schemeClr val="dk1"/>
                </a:solidFill>
              </a:defRPr>
            </a:lvl4pPr>
            <a:lvl5pPr indent="-292100" lvl="4" marL="2286000">
              <a:spcBef>
                <a:spcPts val="0"/>
              </a:spcBef>
              <a:spcAft>
                <a:spcPts val="0"/>
              </a:spcAft>
              <a:buClr>
                <a:schemeClr val="dk1"/>
              </a:buClr>
              <a:buSzPts val="1000"/>
              <a:buFont typeface="Sora"/>
              <a:buChar char="◆"/>
              <a:defRPr sz="1000">
                <a:solidFill>
                  <a:schemeClr val="dk1"/>
                </a:solidFill>
              </a:defRPr>
            </a:lvl5pPr>
            <a:lvl6pPr indent="-292100" lvl="5" marL="2743200">
              <a:spcBef>
                <a:spcPts val="0"/>
              </a:spcBef>
              <a:spcAft>
                <a:spcPts val="0"/>
              </a:spcAft>
              <a:buClr>
                <a:schemeClr val="dk1"/>
              </a:buClr>
              <a:buSzPts val="1000"/>
              <a:buFont typeface="Sora"/>
              <a:buChar char="●"/>
              <a:defRPr sz="1000">
                <a:solidFill>
                  <a:schemeClr val="dk1"/>
                </a:solidFill>
              </a:defRPr>
            </a:lvl6pPr>
            <a:lvl7pPr indent="-292100" lvl="6" marL="3200400">
              <a:spcBef>
                <a:spcPts val="0"/>
              </a:spcBef>
              <a:spcAft>
                <a:spcPts val="0"/>
              </a:spcAft>
              <a:buClr>
                <a:schemeClr val="dk1"/>
              </a:buClr>
              <a:buSzPts val="1000"/>
              <a:buFont typeface="Sora"/>
              <a:buChar char="○"/>
              <a:defRPr sz="1000">
                <a:solidFill>
                  <a:schemeClr val="dk1"/>
                </a:solidFill>
              </a:defRPr>
            </a:lvl7pPr>
            <a:lvl8pPr indent="-292100" lvl="7" marL="3657600">
              <a:spcBef>
                <a:spcPts val="0"/>
              </a:spcBef>
              <a:spcAft>
                <a:spcPts val="0"/>
              </a:spcAft>
              <a:buClr>
                <a:schemeClr val="dk1"/>
              </a:buClr>
              <a:buSzPts val="1000"/>
              <a:buFont typeface="Sora"/>
              <a:buChar char="◆"/>
              <a:defRPr sz="1000">
                <a:solidFill>
                  <a:schemeClr val="dk1"/>
                </a:solidFill>
              </a:defRPr>
            </a:lvl8pPr>
            <a:lvl9pPr indent="-292100" lvl="8" marL="4114800">
              <a:spcBef>
                <a:spcPts val="0"/>
              </a:spcBef>
              <a:spcAft>
                <a:spcPts val="0"/>
              </a:spcAft>
              <a:buClr>
                <a:schemeClr val="dk1"/>
              </a:buClr>
              <a:buSzPts val="1000"/>
              <a:buFont typeface="Sora"/>
              <a:buChar char="●"/>
              <a:defRPr sz="1000">
                <a:solidFill>
                  <a:schemeClr val="dk1"/>
                </a:solidFill>
              </a:defRPr>
            </a:lvl9pPr>
          </a:lstStyle>
          <a:p/>
        </p:txBody>
      </p:sp>
      <p:sp>
        <p:nvSpPr>
          <p:cNvPr id="406" name="Google Shape;406;p29"/>
          <p:cNvSpPr txBox="1"/>
          <p:nvPr>
            <p:ph idx="20"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two bodies">
  <p:cSld name="BLANK_1_1_1_1_1_1_1_1_1_1_3_2">
    <p:bg>
      <p:bgPr>
        <a:solidFill>
          <a:schemeClr val="lt1"/>
        </a:solidFill>
      </p:bgPr>
    </p:bg>
    <p:spTree>
      <p:nvGrpSpPr>
        <p:cNvPr id="407" name="Shape 407"/>
        <p:cNvGrpSpPr/>
        <p:nvPr/>
      </p:nvGrpSpPr>
      <p:grpSpPr>
        <a:xfrm>
          <a:off x="0" y="0"/>
          <a:ext cx="0" cy="0"/>
          <a:chOff x="0" y="0"/>
          <a:chExt cx="0" cy="0"/>
        </a:xfrm>
      </p:grpSpPr>
      <p:sp>
        <p:nvSpPr>
          <p:cNvPr id="408" name="Google Shape;408;p30"/>
          <p:cNvSpPr/>
          <p:nvPr/>
        </p:nvSpPr>
        <p:spPr>
          <a:xfrm flipH="1" rot="-5400000">
            <a:off x="1263236" y="2706539"/>
            <a:ext cx="1173845" cy="3700317"/>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09" name="Google Shape;409;p30"/>
          <p:cNvSpPr/>
          <p:nvPr/>
        </p:nvSpPr>
        <p:spPr>
          <a:xfrm flipH="1">
            <a:off x="228605" y="3621311"/>
            <a:ext cx="3534079" cy="1522191"/>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10" name="Google Shape;410;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411" name="Google Shape;411;p30"/>
          <p:cNvGrpSpPr/>
          <p:nvPr/>
        </p:nvGrpSpPr>
        <p:grpSpPr>
          <a:xfrm flipH="1">
            <a:off x="7293000" y="0"/>
            <a:ext cx="1851000" cy="1225325"/>
            <a:chOff x="461225" y="3875100"/>
            <a:chExt cx="1851000" cy="1225325"/>
          </a:xfrm>
        </p:grpSpPr>
        <p:grpSp>
          <p:nvGrpSpPr>
            <p:cNvPr id="412" name="Google Shape;412;p30"/>
            <p:cNvGrpSpPr/>
            <p:nvPr/>
          </p:nvGrpSpPr>
          <p:grpSpPr>
            <a:xfrm>
              <a:off x="461225" y="3875100"/>
              <a:ext cx="1851000" cy="114600"/>
              <a:chOff x="461225" y="3504775"/>
              <a:chExt cx="1851000" cy="114600"/>
            </a:xfrm>
          </p:grpSpPr>
          <p:sp>
            <p:nvSpPr>
              <p:cNvPr id="413" name="Google Shape;413;p30"/>
              <p:cNvSpPr/>
              <p:nvPr/>
            </p:nvSpPr>
            <p:spPr>
              <a:xfrm>
                <a:off x="4612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4" name="Google Shape;414;p30"/>
              <p:cNvSpPr/>
              <p:nvPr/>
            </p:nvSpPr>
            <p:spPr>
              <a:xfrm>
                <a:off x="8314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5" name="Google Shape;415;p30"/>
              <p:cNvSpPr/>
              <p:nvPr/>
            </p:nvSpPr>
            <p:spPr>
              <a:xfrm>
                <a:off x="12016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6" name="Google Shape;416;p30"/>
              <p:cNvSpPr/>
              <p:nvPr/>
            </p:nvSpPr>
            <p:spPr>
              <a:xfrm>
                <a:off x="15718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17" name="Google Shape;417;p30"/>
              <p:cNvSpPr/>
              <p:nvPr/>
            </p:nvSpPr>
            <p:spPr>
              <a:xfrm>
                <a:off x="1942025" y="3504775"/>
                <a:ext cx="370200" cy="1146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18" name="Google Shape;418;p30"/>
            <p:cNvGrpSpPr/>
            <p:nvPr/>
          </p:nvGrpSpPr>
          <p:grpSpPr>
            <a:xfrm>
              <a:off x="461225" y="3989700"/>
              <a:ext cx="1480800" cy="1110725"/>
              <a:chOff x="461225" y="3249175"/>
              <a:chExt cx="1480800" cy="1110725"/>
            </a:xfrm>
          </p:grpSpPr>
          <p:sp>
            <p:nvSpPr>
              <p:cNvPr id="419" name="Google Shape;419;p30"/>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0" name="Google Shape;420;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1" name="Google Shape;421;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2" name="Google Shape;422;p30"/>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23" name="Google Shape;423;p30"/>
            <p:cNvGrpSpPr/>
            <p:nvPr/>
          </p:nvGrpSpPr>
          <p:grpSpPr>
            <a:xfrm>
              <a:off x="831425" y="4360025"/>
              <a:ext cx="1480800" cy="370200"/>
              <a:chOff x="831425" y="3249175"/>
              <a:chExt cx="1480800" cy="370200"/>
            </a:xfrm>
          </p:grpSpPr>
          <p:sp>
            <p:nvSpPr>
              <p:cNvPr id="424" name="Google Shape;424;p3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5" name="Google Shape;425;p3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6" name="Google Shape;426;p3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27" name="Google Shape;427;p3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28" name="Google Shape;428;p30"/>
          <p:cNvSpPr txBox="1"/>
          <p:nvPr>
            <p:ph type="title"/>
          </p:nvPr>
        </p:nvSpPr>
        <p:spPr>
          <a:xfrm>
            <a:off x="3822450" y="1287875"/>
            <a:ext cx="4295400" cy="277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29" name="Google Shape;429;p30"/>
          <p:cNvSpPr txBox="1"/>
          <p:nvPr>
            <p:ph idx="2" type="title"/>
          </p:nvPr>
        </p:nvSpPr>
        <p:spPr>
          <a:xfrm>
            <a:off x="85725" y="1287875"/>
            <a:ext cx="3347400" cy="27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p:txBody>
      </p:sp>
      <p:sp>
        <p:nvSpPr>
          <p:cNvPr id="430" name="Google Shape;430;p30"/>
          <p:cNvSpPr/>
          <p:nvPr>
            <p:ph idx="3" type="pic"/>
          </p:nvPr>
        </p:nvSpPr>
        <p:spPr>
          <a:xfrm>
            <a:off x="227225" y="1832375"/>
            <a:ext cx="821100" cy="785400"/>
          </a:xfrm>
          <a:prstGeom prst="rect">
            <a:avLst/>
          </a:prstGeom>
          <a:noFill/>
          <a:ln>
            <a:noFill/>
          </a:ln>
        </p:spPr>
      </p:sp>
      <p:sp>
        <p:nvSpPr>
          <p:cNvPr id="431" name="Google Shape;431;p30"/>
          <p:cNvSpPr/>
          <p:nvPr>
            <p:ph idx="4" type="pic"/>
          </p:nvPr>
        </p:nvSpPr>
        <p:spPr>
          <a:xfrm>
            <a:off x="227225" y="2672425"/>
            <a:ext cx="821100" cy="785400"/>
          </a:xfrm>
          <a:prstGeom prst="rect">
            <a:avLst/>
          </a:prstGeom>
          <a:noFill/>
          <a:ln>
            <a:noFill/>
          </a:ln>
        </p:spPr>
      </p:sp>
      <p:sp>
        <p:nvSpPr>
          <p:cNvPr id="432" name="Google Shape;432;p30"/>
          <p:cNvSpPr/>
          <p:nvPr>
            <p:ph idx="5" type="pic"/>
          </p:nvPr>
        </p:nvSpPr>
        <p:spPr>
          <a:xfrm>
            <a:off x="227225" y="3512475"/>
            <a:ext cx="821100" cy="785400"/>
          </a:xfrm>
          <a:prstGeom prst="rect">
            <a:avLst/>
          </a:prstGeom>
          <a:noFill/>
          <a:ln>
            <a:noFill/>
          </a:ln>
        </p:spPr>
      </p:sp>
      <p:sp>
        <p:nvSpPr>
          <p:cNvPr id="433" name="Google Shape;433;p30"/>
          <p:cNvSpPr txBox="1"/>
          <p:nvPr>
            <p:ph idx="6" type="title"/>
          </p:nvPr>
        </p:nvSpPr>
        <p:spPr>
          <a:xfrm>
            <a:off x="1048325" y="18323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4" name="Google Shape;434;p30"/>
          <p:cNvSpPr txBox="1"/>
          <p:nvPr>
            <p:ph idx="7" type="title"/>
          </p:nvPr>
        </p:nvSpPr>
        <p:spPr>
          <a:xfrm>
            <a:off x="1048325" y="267242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5" name="Google Shape;435;p30"/>
          <p:cNvSpPr txBox="1"/>
          <p:nvPr>
            <p:ph idx="8" type="title"/>
          </p:nvPr>
        </p:nvSpPr>
        <p:spPr>
          <a:xfrm>
            <a:off x="1048325" y="3512475"/>
            <a:ext cx="2069700" cy="785100"/>
          </a:xfrm>
          <a:prstGeom prst="rect">
            <a:avLst/>
          </a:prstGeom>
        </p:spPr>
        <p:txBody>
          <a:bodyPr anchorCtr="0" anchor="t" bIns="91425" lIns="182875" spcFirstLastPara="1" rIns="91425" wrap="square" tIns="91425">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p:txBody>
      </p:sp>
      <p:sp>
        <p:nvSpPr>
          <p:cNvPr id="436" name="Google Shape;436;p30"/>
          <p:cNvSpPr txBox="1"/>
          <p:nvPr>
            <p:ph idx="9" type="title"/>
          </p:nvPr>
        </p:nvSpPr>
        <p:spPr>
          <a:xfrm>
            <a:off x="3820750" y="1711525"/>
            <a:ext cx="1800000" cy="1522200"/>
          </a:xfrm>
          <a:prstGeom prst="rect">
            <a:avLst/>
          </a:prstGeom>
        </p:spPr>
        <p:txBody>
          <a:bodyPr anchorCtr="0" anchor="t" bIns="91425" lIns="0" spcFirstLastPara="1" rIns="0" wrap="square" tIns="91425">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p:txBody>
      </p:sp>
      <p:sp>
        <p:nvSpPr>
          <p:cNvPr id="437" name="Google Shape;437;p30"/>
          <p:cNvSpPr txBox="1"/>
          <p:nvPr>
            <p:ph idx="13" type="title"/>
          </p:nvPr>
        </p:nvSpPr>
        <p:spPr>
          <a:xfrm>
            <a:off x="7107575" y="1711450"/>
            <a:ext cx="8742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8" name="Google Shape;438;p30"/>
          <p:cNvSpPr txBox="1"/>
          <p:nvPr>
            <p:ph idx="14" type="title"/>
          </p:nvPr>
        </p:nvSpPr>
        <p:spPr>
          <a:xfrm>
            <a:off x="5518325" y="1711575"/>
            <a:ext cx="1322100" cy="1522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p:txBody>
      </p:sp>
      <p:sp>
        <p:nvSpPr>
          <p:cNvPr id="439" name="Google Shape;439;p30"/>
          <p:cNvSpPr txBox="1"/>
          <p:nvPr>
            <p:ph idx="1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40" name="Google Shape;440;p30"/>
          <p:cNvSpPr txBox="1"/>
          <p:nvPr>
            <p:ph idx="16" type="title"/>
          </p:nvPr>
        </p:nvSpPr>
        <p:spPr>
          <a:xfrm>
            <a:off x="93381" y="502775"/>
            <a:ext cx="7178100" cy="7851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441" name="Google Shape;441;p30"/>
          <p:cNvSpPr txBox="1"/>
          <p:nvPr>
            <p:ph idx="17"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and Project Roadmap">
  <p:cSld name="BLANK_1_1_1_1_1_1_1_1_1_1_3_1">
    <p:bg>
      <p:bgPr>
        <a:solidFill>
          <a:schemeClr val="lt1"/>
        </a:solidFill>
      </p:bgPr>
    </p:bg>
    <p:spTree>
      <p:nvGrpSpPr>
        <p:cNvPr id="442" name="Shape 442"/>
        <p:cNvGrpSpPr/>
        <p:nvPr/>
      </p:nvGrpSpPr>
      <p:grpSpPr>
        <a:xfrm>
          <a:off x="0" y="0"/>
          <a:ext cx="0" cy="0"/>
          <a:chOff x="0" y="0"/>
          <a:chExt cx="0" cy="0"/>
        </a:xfrm>
      </p:grpSpPr>
      <p:sp>
        <p:nvSpPr>
          <p:cNvPr id="443" name="Google Shape;443;p31"/>
          <p:cNvSpPr txBox="1"/>
          <p:nvPr>
            <p:ph type="title"/>
          </p:nvPr>
        </p:nvSpPr>
        <p:spPr>
          <a:xfrm>
            <a:off x="134550" y="1339350"/>
            <a:ext cx="1119600" cy="297600"/>
          </a:xfrm>
          <a:prstGeom prst="rect">
            <a:avLst/>
          </a:prstGeom>
        </p:spPr>
        <p:txBody>
          <a:bodyPr anchorCtr="0" anchor="ctr"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4" name="Google Shape;444;p31"/>
          <p:cNvSpPr txBox="1"/>
          <p:nvPr>
            <p:ph idx="2" type="title"/>
          </p:nvPr>
        </p:nvSpPr>
        <p:spPr>
          <a:xfrm>
            <a:off x="132615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5" name="Google Shape;445;p31"/>
          <p:cNvSpPr txBox="1"/>
          <p:nvPr>
            <p:ph idx="3" type="title"/>
          </p:nvPr>
        </p:nvSpPr>
        <p:spPr>
          <a:xfrm>
            <a:off x="3877025"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6" name="Google Shape;446;p31"/>
          <p:cNvSpPr txBox="1"/>
          <p:nvPr>
            <p:ph idx="4" type="title"/>
          </p:nvPr>
        </p:nvSpPr>
        <p:spPr>
          <a:xfrm>
            <a:off x="6291700" y="904338"/>
            <a:ext cx="22965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447" name="Google Shape;447;p31"/>
          <p:cNvSpPr txBox="1"/>
          <p:nvPr>
            <p:ph idx="5" type="title"/>
          </p:nvPr>
        </p:nvSpPr>
        <p:spPr>
          <a:xfrm>
            <a:off x="134550" y="254522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8" name="Google Shape;448;p31"/>
          <p:cNvSpPr txBox="1"/>
          <p:nvPr>
            <p:ph idx="6" type="title"/>
          </p:nvPr>
        </p:nvSpPr>
        <p:spPr>
          <a:xfrm>
            <a:off x="134550" y="3703975"/>
            <a:ext cx="1119600" cy="2976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p:txBody>
      </p:sp>
      <p:sp>
        <p:nvSpPr>
          <p:cNvPr id="449" name="Google Shape;449;p31"/>
          <p:cNvSpPr txBox="1"/>
          <p:nvPr>
            <p:ph idx="7" type="title"/>
          </p:nvPr>
        </p:nvSpPr>
        <p:spPr>
          <a:xfrm>
            <a:off x="3877025"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0" name="Google Shape;450;p31"/>
          <p:cNvSpPr txBox="1"/>
          <p:nvPr>
            <p:ph idx="8" type="title"/>
          </p:nvPr>
        </p:nvSpPr>
        <p:spPr>
          <a:xfrm>
            <a:off x="3877025"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1" name="Google Shape;451;p31"/>
          <p:cNvSpPr txBox="1"/>
          <p:nvPr>
            <p:ph idx="9" type="title"/>
          </p:nvPr>
        </p:nvSpPr>
        <p:spPr>
          <a:xfrm>
            <a:off x="3877025"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p:txBody>
      </p:sp>
      <p:sp>
        <p:nvSpPr>
          <p:cNvPr id="452" name="Google Shape;452;p31"/>
          <p:cNvSpPr txBox="1"/>
          <p:nvPr>
            <p:ph idx="13" type="title"/>
          </p:nvPr>
        </p:nvSpPr>
        <p:spPr>
          <a:xfrm>
            <a:off x="6427900" y="2552413"/>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3" name="Google Shape;453;p31"/>
          <p:cNvSpPr txBox="1"/>
          <p:nvPr>
            <p:ph idx="14" type="title"/>
          </p:nvPr>
        </p:nvSpPr>
        <p:spPr>
          <a:xfrm>
            <a:off x="6427900" y="1339350"/>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4" name="Google Shape;454;p31"/>
          <p:cNvSpPr txBox="1"/>
          <p:nvPr>
            <p:ph idx="15" type="title"/>
          </p:nvPr>
        </p:nvSpPr>
        <p:spPr>
          <a:xfrm>
            <a:off x="6427900" y="3711169"/>
            <a:ext cx="2160300" cy="909900"/>
          </a:xfrm>
          <a:prstGeom prst="rect">
            <a:avLst/>
          </a:prstGeom>
        </p:spPr>
        <p:txBody>
          <a:bodyPr anchorCtr="0" anchor="t" bIns="91425" lIns="91425" spcFirstLastPara="1" rIns="91425" wrap="square" tIns="91425">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p:txBody>
      </p:sp>
      <p:sp>
        <p:nvSpPr>
          <p:cNvPr id="455" name="Google Shape;455;p31"/>
          <p:cNvSpPr txBox="1"/>
          <p:nvPr>
            <p:ph idx="16" type="title"/>
          </p:nvPr>
        </p:nvSpPr>
        <p:spPr>
          <a:xfrm>
            <a:off x="1326150" y="1339350"/>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6" name="Google Shape;456;p31"/>
          <p:cNvSpPr txBox="1"/>
          <p:nvPr>
            <p:ph idx="17" type="title"/>
          </p:nvPr>
        </p:nvSpPr>
        <p:spPr>
          <a:xfrm>
            <a:off x="1326150" y="2545213"/>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7" name="Google Shape;457;p31"/>
          <p:cNvSpPr txBox="1"/>
          <p:nvPr>
            <p:ph idx="18" type="title"/>
          </p:nvPr>
        </p:nvSpPr>
        <p:spPr>
          <a:xfrm>
            <a:off x="1326150" y="3703969"/>
            <a:ext cx="2296500" cy="9243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458" name="Google Shape;458;p31"/>
          <p:cNvSpPr txBox="1"/>
          <p:nvPr>
            <p:ph idx="1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459" name="Google Shape;459;p31"/>
          <p:cNvSpPr txBox="1"/>
          <p:nvPr>
            <p:ph idx="20" type="title"/>
          </p:nvPr>
        </p:nvSpPr>
        <p:spPr>
          <a:xfrm>
            <a:off x="38100" y="319650"/>
            <a:ext cx="3116700" cy="520200"/>
          </a:xfrm>
          <a:prstGeom prst="rect">
            <a:avLst/>
          </a:prstGeom>
        </p:spPr>
        <p:txBody>
          <a:bodyPr anchorCtr="0" anchor="t" bIns="91425" lIns="182875" spcFirstLastPara="1" rIns="91425" wrap="square" tIns="91425">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460" name="Google Shape;460;p31"/>
          <p:cNvSpPr txBox="1"/>
          <p:nvPr>
            <p:ph idx="21"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p:cSld name="BLANK_1_1_1_1_1_1_1_1_1_1_2">
    <p:spTree>
      <p:nvGrpSpPr>
        <p:cNvPr id="461" name="Shape 461"/>
        <p:cNvGrpSpPr/>
        <p:nvPr/>
      </p:nvGrpSpPr>
      <p:grpSpPr>
        <a:xfrm>
          <a:off x="0" y="0"/>
          <a:ext cx="0" cy="0"/>
          <a:chOff x="0" y="0"/>
          <a:chExt cx="0" cy="0"/>
        </a:xfrm>
      </p:grpSpPr>
      <p:sp>
        <p:nvSpPr>
          <p:cNvPr id="462" name="Google Shape;462;p32"/>
          <p:cNvSpPr/>
          <p:nvPr/>
        </p:nvSpPr>
        <p:spPr>
          <a:xfrm>
            <a:off x="8210550" y="-7150"/>
            <a:ext cx="945375" cy="1453000"/>
          </a:xfrm>
          <a:custGeom>
            <a:rect b="b" l="l" r="r" t="t"/>
            <a:pathLst>
              <a:path extrusionOk="0" h="58120" w="37815">
                <a:moveTo>
                  <a:pt x="0" y="35846"/>
                </a:moveTo>
                <a:lnTo>
                  <a:pt x="37815" y="58120"/>
                </a:lnTo>
                <a:lnTo>
                  <a:pt x="37589" y="0"/>
                </a:lnTo>
                <a:lnTo>
                  <a:pt x="2413" y="32"/>
                </a:lnTo>
                <a:close/>
              </a:path>
            </a:pathLst>
          </a:custGeom>
          <a:solidFill>
            <a:schemeClr val="lt1"/>
          </a:solidFill>
          <a:ln>
            <a:noFill/>
          </a:ln>
        </p:spPr>
      </p:sp>
      <p:sp>
        <p:nvSpPr>
          <p:cNvPr id="463" name="Google Shape;463;p32"/>
          <p:cNvSpPr/>
          <p:nvPr/>
        </p:nvSpPr>
        <p:spPr>
          <a:xfrm>
            <a:off x="4614025" y="-6850"/>
            <a:ext cx="3659250" cy="1404775"/>
          </a:xfrm>
          <a:custGeom>
            <a:rect b="b" l="l" r="r" t="t"/>
            <a:pathLst>
              <a:path extrusionOk="0" h="56191" w="14637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64" name="Google Shape;464;p32"/>
          <p:cNvSpPr txBox="1"/>
          <p:nvPr>
            <p:ph type="title"/>
          </p:nvPr>
        </p:nvSpPr>
        <p:spPr>
          <a:xfrm>
            <a:off x="115025" y="502775"/>
            <a:ext cx="58290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65" name="Google Shape;465;p32"/>
          <p:cNvSpPr txBox="1"/>
          <p:nvPr>
            <p:ph idx="2"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66" name="Google Shape;466;p32"/>
          <p:cNvSpPr txBox="1"/>
          <p:nvPr>
            <p:ph idx="3" type="title"/>
          </p:nvPr>
        </p:nvSpPr>
        <p:spPr>
          <a:xfrm>
            <a:off x="21179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7" name="Google Shape;467;p32"/>
          <p:cNvSpPr txBox="1"/>
          <p:nvPr>
            <p:ph idx="4" type="title"/>
          </p:nvPr>
        </p:nvSpPr>
        <p:spPr>
          <a:xfrm>
            <a:off x="398730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8" name="Google Shape;468;p32"/>
          <p:cNvSpPr txBox="1"/>
          <p:nvPr>
            <p:ph idx="5" type="title"/>
          </p:nvPr>
        </p:nvSpPr>
        <p:spPr>
          <a:xfrm>
            <a:off x="389050"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69" name="Google Shape;469;p32"/>
          <p:cNvSpPr txBox="1"/>
          <p:nvPr>
            <p:ph idx="6" type="title"/>
          </p:nvPr>
        </p:nvSpPr>
        <p:spPr>
          <a:xfrm>
            <a:off x="5858938" y="2031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0" name="Google Shape;470;p32"/>
          <p:cNvSpPr txBox="1"/>
          <p:nvPr>
            <p:ph idx="7" type="title"/>
          </p:nvPr>
        </p:nvSpPr>
        <p:spPr>
          <a:xfrm>
            <a:off x="7730563" y="1797200"/>
            <a:ext cx="825900" cy="3612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p:txBody>
      </p:sp>
      <p:sp>
        <p:nvSpPr>
          <p:cNvPr id="471" name="Google Shape;471;p32"/>
          <p:cNvSpPr txBox="1"/>
          <p:nvPr>
            <p:ph idx="1" type="body"/>
          </p:nvPr>
        </p:nvSpPr>
        <p:spPr>
          <a:xfrm>
            <a:off x="148300"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2" name="Google Shape;472;p32"/>
          <p:cNvSpPr txBox="1"/>
          <p:nvPr>
            <p:ph idx="8" type="body"/>
          </p:nvPr>
        </p:nvSpPr>
        <p:spPr>
          <a:xfrm>
            <a:off x="3601450" y="2960850"/>
            <a:ext cx="15795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3" name="Google Shape;473;p32"/>
          <p:cNvSpPr txBox="1"/>
          <p:nvPr>
            <p:ph idx="9" type="body"/>
          </p:nvPr>
        </p:nvSpPr>
        <p:spPr>
          <a:xfrm>
            <a:off x="5565675" y="2960850"/>
            <a:ext cx="14877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4" name="Google Shape;474;p32"/>
          <p:cNvSpPr txBox="1"/>
          <p:nvPr>
            <p:ph idx="13" type="body"/>
          </p:nvPr>
        </p:nvSpPr>
        <p:spPr>
          <a:xfrm>
            <a:off x="7346300" y="3194850"/>
            <a:ext cx="1649400" cy="14397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indent="-292100" lvl="1" marL="914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indent="-292100" lvl="2" marL="1371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indent="-292100" lvl="3" marL="1828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indent="-292100" lvl="4" marL="22860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indent="-292100" lvl="5" marL="27432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indent="-292100" lvl="6" marL="32004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indent="-292100" lvl="7" marL="36576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indent="-292100" lvl="8" marL="41148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p:txBody>
      </p:sp>
      <p:sp>
        <p:nvSpPr>
          <p:cNvPr id="475" name="Google Shape;475;p32"/>
          <p:cNvSpPr txBox="1"/>
          <p:nvPr>
            <p:ph idx="14" type="body"/>
          </p:nvPr>
        </p:nvSpPr>
        <p:spPr>
          <a:xfrm>
            <a:off x="1842125" y="2960850"/>
            <a:ext cx="1374600" cy="1056300"/>
          </a:xfrm>
          <a:prstGeom prst="rect">
            <a:avLst/>
          </a:prstGeom>
        </p:spPr>
        <p:txBody>
          <a:bodyPr anchorCtr="0" anchor="t" bIns="91425" lIns="91425" spcFirstLastPara="1" rIns="91425" wrap="square" tIns="91425">
            <a:normAutofit/>
          </a:bodyPr>
          <a:lstStyle>
            <a:lvl1pPr indent="-292100" lvl="0" marL="457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476" name="Google Shape;476;p32"/>
          <p:cNvSpPr txBox="1"/>
          <p:nvPr>
            <p:ph idx="1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1_1_1_1_1_1_2_1">
    <p:spTree>
      <p:nvGrpSpPr>
        <p:cNvPr id="477" name="Shape 477"/>
        <p:cNvGrpSpPr/>
        <p:nvPr/>
      </p:nvGrpSpPr>
      <p:grpSpPr>
        <a:xfrm>
          <a:off x="0" y="0"/>
          <a:ext cx="0" cy="0"/>
          <a:chOff x="0" y="0"/>
          <a:chExt cx="0" cy="0"/>
        </a:xfrm>
      </p:grpSpPr>
      <p:grpSp>
        <p:nvGrpSpPr>
          <p:cNvPr id="478" name="Google Shape;478;p33"/>
          <p:cNvGrpSpPr/>
          <p:nvPr/>
        </p:nvGrpSpPr>
        <p:grpSpPr>
          <a:xfrm flipH="1">
            <a:off x="3199575" y="156175"/>
            <a:ext cx="1851000" cy="1225325"/>
            <a:chOff x="461225" y="3875100"/>
            <a:chExt cx="1851000" cy="1225325"/>
          </a:xfrm>
        </p:grpSpPr>
        <p:grpSp>
          <p:nvGrpSpPr>
            <p:cNvPr id="479" name="Google Shape;479;p33"/>
            <p:cNvGrpSpPr/>
            <p:nvPr/>
          </p:nvGrpSpPr>
          <p:grpSpPr>
            <a:xfrm>
              <a:off x="461225" y="3875100"/>
              <a:ext cx="1851000" cy="114600"/>
              <a:chOff x="461225" y="3504775"/>
              <a:chExt cx="1851000" cy="114600"/>
            </a:xfrm>
          </p:grpSpPr>
          <p:sp>
            <p:nvSpPr>
              <p:cNvPr id="480" name="Google Shape;480;p33"/>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1" name="Google Shape;481;p33"/>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2" name="Google Shape;482;p33"/>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3" name="Google Shape;483;p33"/>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4" name="Google Shape;484;p33"/>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85" name="Google Shape;485;p33"/>
            <p:cNvGrpSpPr/>
            <p:nvPr/>
          </p:nvGrpSpPr>
          <p:grpSpPr>
            <a:xfrm>
              <a:off x="461225" y="3989700"/>
              <a:ext cx="1480800" cy="1110725"/>
              <a:chOff x="461225" y="3249175"/>
              <a:chExt cx="1480800" cy="1110725"/>
            </a:xfrm>
          </p:grpSpPr>
          <p:sp>
            <p:nvSpPr>
              <p:cNvPr id="486" name="Google Shape;486;p33"/>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7" name="Google Shape;487;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8" name="Google Shape;488;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89" name="Google Shape;489;p33"/>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490" name="Google Shape;490;p33"/>
            <p:cNvGrpSpPr/>
            <p:nvPr/>
          </p:nvGrpSpPr>
          <p:grpSpPr>
            <a:xfrm>
              <a:off x="831425" y="4360025"/>
              <a:ext cx="1480800" cy="370200"/>
              <a:chOff x="831425" y="3249175"/>
              <a:chExt cx="1480800" cy="370200"/>
            </a:xfrm>
          </p:grpSpPr>
          <p:sp>
            <p:nvSpPr>
              <p:cNvPr id="491" name="Google Shape;491;p33"/>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2" name="Google Shape;492;p33"/>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3" name="Google Shape;493;p33"/>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494" name="Google Shape;494;p33"/>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495" name="Google Shape;495;p33"/>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496" name="Google Shape;496;p33"/>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u="sng">
              <a:solidFill>
                <a:schemeClr val="lt1"/>
              </a:solidFill>
              <a:latin typeface="Sora"/>
              <a:ea typeface="Sora"/>
              <a:cs typeface="Sora"/>
              <a:sym typeface="Sora"/>
            </a:endParaRPr>
          </a:p>
        </p:txBody>
      </p:sp>
      <p:sp>
        <p:nvSpPr>
          <p:cNvPr id="497" name="Google Shape;497;p33"/>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498" name="Google Shape;498;p33"/>
          <p:cNvSpPr txBox="1"/>
          <p:nvPr>
            <p:ph idx="2"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499" name="Google Shape;499;p33"/>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00" name="Google Shape;500;p33"/>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rotWithShape="0" algn="bl" dir="5400000" dist="28575">
              <a:schemeClr val="accent4">
                <a:alpha val="24000"/>
              </a:schemeClr>
            </a:outerShdw>
          </a:effectLst>
        </p:spPr>
      </p:sp>
      <p:sp>
        <p:nvSpPr>
          <p:cNvPr id="501" name="Google Shape;501;p33"/>
          <p:cNvSpPr txBox="1"/>
          <p:nvPr>
            <p:ph idx="3"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eps">
  <p:cSld name="BLANK_1_1_1_1_1_1_1_1_1_1_2_1_1">
    <p:spTree>
      <p:nvGrpSpPr>
        <p:cNvPr id="502" name="Shape 502"/>
        <p:cNvGrpSpPr/>
        <p:nvPr/>
      </p:nvGrpSpPr>
      <p:grpSpPr>
        <a:xfrm>
          <a:off x="0" y="0"/>
          <a:ext cx="0" cy="0"/>
          <a:chOff x="0" y="0"/>
          <a:chExt cx="0" cy="0"/>
        </a:xfrm>
      </p:grpSpPr>
      <p:grpSp>
        <p:nvGrpSpPr>
          <p:cNvPr id="503" name="Google Shape;503;p34"/>
          <p:cNvGrpSpPr/>
          <p:nvPr/>
        </p:nvGrpSpPr>
        <p:grpSpPr>
          <a:xfrm flipH="1">
            <a:off x="3199575" y="156175"/>
            <a:ext cx="1851000" cy="1225325"/>
            <a:chOff x="461225" y="3875100"/>
            <a:chExt cx="1851000" cy="1225325"/>
          </a:xfrm>
        </p:grpSpPr>
        <p:grpSp>
          <p:nvGrpSpPr>
            <p:cNvPr id="504" name="Google Shape;504;p34"/>
            <p:cNvGrpSpPr/>
            <p:nvPr/>
          </p:nvGrpSpPr>
          <p:grpSpPr>
            <a:xfrm>
              <a:off x="461225" y="3875100"/>
              <a:ext cx="1851000" cy="114600"/>
              <a:chOff x="461225" y="3504775"/>
              <a:chExt cx="1851000" cy="114600"/>
            </a:xfrm>
          </p:grpSpPr>
          <p:sp>
            <p:nvSpPr>
              <p:cNvPr id="505" name="Google Shape;505;p34"/>
              <p:cNvSpPr/>
              <p:nvPr/>
            </p:nvSpPr>
            <p:spPr>
              <a:xfrm>
                <a:off x="4612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6" name="Google Shape;506;p34"/>
              <p:cNvSpPr/>
              <p:nvPr/>
            </p:nvSpPr>
            <p:spPr>
              <a:xfrm>
                <a:off x="8314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7" name="Google Shape;507;p34"/>
              <p:cNvSpPr/>
              <p:nvPr/>
            </p:nvSpPr>
            <p:spPr>
              <a:xfrm>
                <a:off x="12016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8" name="Google Shape;508;p34"/>
              <p:cNvSpPr/>
              <p:nvPr/>
            </p:nvSpPr>
            <p:spPr>
              <a:xfrm>
                <a:off x="15718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09" name="Google Shape;509;p34"/>
              <p:cNvSpPr/>
              <p:nvPr/>
            </p:nvSpPr>
            <p:spPr>
              <a:xfrm>
                <a:off x="1942025" y="3504775"/>
                <a:ext cx="370200" cy="1146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0" name="Google Shape;510;p34"/>
            <p:cNvGrpSpPr/>
            <p:nvPr/>
          </p:nvGrpSpPr>
          <p:grpSpPr>
            <a:xfrm>
              <a:off x="461225" y="3989700"/>
              <a:ext cx="1480800" cy="1110725"/>
              <a:chOff x="461225" y="3249175"/>
              <a:chExt cx="1480800" cy="1110725"/>
            </a:xfrm>
          </p:grpSpPr>
          <p:sp>
            <p:nvSpPr>
              <p:cNvPr id="511" name="Google Shape;511;p34"/>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2" name="Google Shape;512;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3" name="Google Shape;513;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4" name="Google Shape;514;p34"/>
              <p:cNvSpPr/>
              <p:nvPr/>
            </p:nvSpPr>
            <p:spPr>
              <a:xfrm>
                <a:off x="1201625" y="3989700"/>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15" name="Google Shape;515;p34"/>
            <p:cNvGrpSpPr/>
            <p:nvPr/>
          </p:nvGrpSpPr>
          <p:grpSpPr>
            <a:xfrm>
              <a:off x="831425" y="4360025"/>
              <a:ext cx="1480800" cy="370200"/>
              <a:chOff x="831425" y="3249175"/>
              <a:chExt cx="1480800" cy="370200"/>
            </a:xfrm>
          </p:grpSpPr>
          <p:sp>
            <p:nvSpPr>
              <p:cNvPr id="516" name="Google Shape;516;p34"/>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7" name="Google Shape;517;p34"/>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8" name="Google Shape;518;p34"/>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19" name="Google Shape;519;p34"/>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20" name="Google Shape;520;p34"/>
          <p:cNvSpPr/>
          <p:nvPr/>
        </p:nvSpPr>
        <p:spPr>
          <a:xfrm>
            <a:off x="5023375" y="3994875"/>
            <a:ext cx="3941541" cy="1148616"/>
          </a:xfrm>
          <a:custGeom>
            <a:rect b="b" l="l" r="r" t="t"/>
            <a:pathLst>
              <a:path extrusionOk="0" h="47273" w="109754">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1" name="Google Shape;521;p34"/>
          <p:cNvSpPr/>
          <p:nvPr/>
        </p:nvSpPr>
        <p:spPr>
          <a:xfrm rot="5400000">
            <a:off x="6364434" y="2363929"/>
            <a:ext cx="912991" cy="4646142"/>
          </a:xfrm>
          <a:custGeom>
            <a:rect b="b" l="l" r="r" t="t"/>
            <a:pathLst>
              <a:path extrusionOk="0" fill="none" h="93762" w="39886">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522" name="Google Shape;522;p34"/>
          <p:cNvSpPr/>
          <p:nvPr/>
        </p:nvSpPr>
        <p:spPr>
          <a:xfrm>
            <a:off x="1643225" y="-725"/>
            <a:ext cx="5761425" cy="711800"/>
          </a:xfrm>
          <a:custGeom>
            <a:rect b="b" l="l" r="r" t="t"/>
            <a:pathLst>
              <a:path extrusionOk="0" h="28472" w="230457">
                <a:moveTo>
                  <a:pt x="0" y="0"/>
                </a:moveTo>
                <a:lnTo>
                  <a:pt x="230457" y="28472"/>
                </a:lnTo>
                <a:lnTo>
                  <a:pt x="220381" y="20"/>
                </a:lnTo>
                <a:close/>
              </a:path>
            </a:pathLst>
          </a:custGeom>
          <a:solidFill>
            <a:schemeClr val="lt1"/>
          </a:solidFill>
          <a:ln>
            <a:noFill/>
          </a:ln>
        </p:spPr>
      </p:sp>
      <p:sp>
        <p:nvSpPr>
          <p:cNvPr id="523" name="Google Shape;523;p34"/>
          <p:cNvSpPr/>
          <p:nvPr/>
        </p:nvSpPr>
        <p:spPr>
          <a:xfrm>
            <a:off x="7140700" y="-1350"/>
            <a:ext cx="2003375" cy="714225"/>
          </a:xfrm>
          <a:custGeom>
            <a:rect b="b" l="l" r="r" t="t"/>
            <a:pathLst>
              <a:path extrusionOk="0" h="28569" w="80135">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rotWithShape="0" algn="bl" dir="5400000" dist="28575">
              <a:schemeClr val="accent4">
                <a:alpha val="24000"/>
              </a:schemeClr>
            </a:outerShdw>
          </a:effectLst>
        </p:spPr>
      </p:sp>
      <p:cxnSp>
        <p:nvCxnSpPr>
          <p:cNvPr id="524" name="Google Shape;524;p34"/>
          <p:cNvCxnSpPr/>
          <p:nvPr/>
        </p:nvCxnSpPr>
        <p:spPr>
          <a:xfrm rot="10800000">
            <a:off x="605578" y="17941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5" name="Google Shape;525;p34"/>
          <p:cNvCxnSpPr/>
          <p:nvPr/>
        </p:nvCxnSpPr>
        <p:spPr>
          <a:xfrm rot="10800000">
            <a:off x="605578" y="2731925"/>
            <a:ext cx="8537700" cy="0"/>
          </a:xfrm>
          <a:prstGeom prst="straightConnector1">
            <a:avLst/>
          </a:prstGeom>
          <a:noFill/>
          <a:ln cap="flat" cmpd="sng" w="19050">
            <a:solidFill>
              <a:schemeClr val="dk1"/>
            </a:solidFill>
            <a:prstDash val="solid"/>
            <a:round/>
            <a:headEnd len="med" w="med" type="none"/>
            <a:tailEnd len="med" w="med" type="none"/>
          </a:ln>
        </p:spPr>
      </p:cxnSp>
      <p:cxnSp>
        <p:nvCxnSpPr>
          <p:cNvPr id="526" name="Google Shape;526;p34"/>
          <p:cNvCxnSpPr/>
          <p:nvPr/>
        </p:nvCxnSpPr>
        <p:spPr>
          <a:xfrm rot="10800000">
            <a:off x="606300" y="3669725"/>
            <a:ext cx="8537700" cy="0"/>
          </a:xfrm>
          <a:prstGeom prst="straightConnector1">
            <a:avLst/>
          </a:prstGeom>
          <a:noFill/>
          <a:ln cap="flat" cmpd="sng" w="19050">
            <a:solidFill>
              <a:schemeClr val="dk1"/>
            </a:solidFill>
            <a:prstDash val="solid"/>
            <a:round/>
            <a:headEnd len="med" w="med" type="none"/>
            <a:tailEnd len="med" w="med" type="none"/>
          </a:ln>
        </p:spPr>
      </p:cxnSp>
      <p:sp>
        <p:nvSpPr>
          <p:cNvPr id="527" name="Google Shape;527;p34"/>
          <p:cNvSpPr txBox="1"/>
          <p:nvPr>
            <p:ph idx="1" type="body"/>
          </p:nvPr>
        </p:nvSpPr>
        <p:spPr>
          <a:xfrm>
            <a:off x="5788075" y="1906850"/>
            <a:ext cx="3021300" cy="8250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28" name="Google Shape;528;p34"/>
          <p:cNvSpPr txBox="1"/>
          <p:nvPr>
            <p:ph type="title"/>
          </p:nvPr>
        </p:nvSpPr>
        <p:spPr>
          <a:xfrm>
            <a:off x="2134625" y="2853988"/>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29" name="Google Shape;529;p34"/>
          <p:cNvSpPr txBox="1"/>
          <p:nvPr>
            <p:ph idx="2" type="body"/>
          </p:nvPr>
        </p:nvSpPr>
        <p:spPr>
          <a:xfrm>
            <a:off x="5788075" y="2855650"/>
            <a:ext cx="3021300" cy="8142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0" name="Google Shape;530;p34"/>
          <p:cNvSpPr txBox="1"/>
          <p:nvPr>
            <p:ph idx="3" type="title"/>
          </p:nvPr>
        </p:nvSpPr>
        <p:spPr>
          <a:xfrm>
            <a:off x="525175" y="2853988"/>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1" name="Google Shape;531;p34"/>
          <p:cNvSpPr txBox="1"/>
          <p:nvPr>
            <p:ph idx="4" type="title"/>
          </p:nvPr>
        </p:nvSpPr>
        <p:spPr>
          <a:xfrm>
            <a:off x="2134625" y="379347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2" name="Google Shape;532;p34"/>
          <p:cNvSpPr txBox="1"/>
          <p:nvPr>
            <p:ph idx="5" type="body"/>
          </p:nvPr>
        </p:nvSpPr>
        <p:spPr>
          <a:xfrm>
            <a:off x="5788075" y="3793450"/>
            <a:ext cx="3021300" cy="836100"/>
          </a:xfrm>
          <a:prstGeom prst="rect">
            <a:avLst/>
          </a:prstGeom>
        </p:spPr>
        <p:txBody>
          <a:bodyPr anchorCtr="0" anchor="t" bIns="91425" lIns="0" spcFirstLastPara="1" rIns="91425" wrap="square" tIns="0">
            <a:noAutofit/>
          </a:bodyPr>
          <a:lstStyle>
            <a:lvl1pPr indent="-292100" lvl="0" marL="4572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p:txBody>
      </p:sp>
      <p:sp>
        <p:nvSpPr>
          <p:cNvPr id="533" name="Google Shape;533;p34"/>
          <p:cNvSpPr txBox="1"/>
          <p:nvPr>
            <p:ph idx="6" type="title"/>
          </p:nvPr>
        </p:nvSpPr>
        <p:spPr>
          <a:xfrm>
            <a:off x="525175" y="379347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4" name="Google Shape;534;p34"/>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35" name="Google Shape;535;p34"/>
          <p:cNvSpPr txBox="1"/>
          <p:nvPr>
            <p:ph idx="8" type="title"/>
          </p:nvPr>
        </p:nvSpPr>
        <p:spPr>
          <a:xfrm>
            <a:off x="2134625" y="1914525"/>
            <a:ext cx="1583400" cy="361200"/>
          </a:xfrm>
          <a:prstGeom prst="rect">
            <a:avLst/>
          </a:prstGeom>
        </p:spPr>
        <p:txBody>
          <a:bodyPr anchorCtr="0" anchor="t" bIns="91425" lIns="0" spcFirstLastPara="1" rIns="91425" wrap="square" tIns="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6" name="Google Shape;536;p34"/>
          <p:cNvSpPr txBox="1"/>
          <p:nvPr>
            <p:ph idx="9" type="title"/>
          </p:nvPr>
        </p:nvSpPr>
        <p:spPr>
          <a:xfrm>
            <a:off x="525175" y="1914525"/>
            <a:ext cx="1408800" cy="361200"/>
          </a:xfrm>
          <a:prstGeom prst="rect">
            <a:avLst/>
          </a:prstGeom>
        </p:spPr>
        <p:txBody>
          <a:bodyPr anchorCtr="0" anchor="t" bIns="91425" lIns="0" spcFirstLastPara="1" rIns="91425" wrap="square" tIns="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p:txBody>
      </p:sp>
      <p:sp>
        <p:nvSpPr>
          <p:cNvPr id="537" name="Google Shape;537;p34"/>
          <p:cNvSpPr txBox="1"/>
          <p:nvPr>
            <p:ph idx="13" type="title"/>
          </p:nvPr>
        </p:nvSpPr>
        <p:spPr>
          <a:xfrm>
            <a:off x="115025" y="5027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38" name="Google Shape;538;p34"/>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spTree>
      <p:nvGrpSpPr>
        <p:cNvPr id="539" name="Shape 539"/>
        <p:cNvGrpSpPr/>
        <p:nvPr/>
      </p:nvGrpSpPr>
      <p:grpSpPr>
        <a:xfrm>
          <a:off x="0" y="0"/>
          <a:ext cx="0" cy="0"/>
          <a:chOff x="0" y="0"/>
          <a:chExt cx="0" cy="0"/>
        </a:xfrm>
      </p:grpSpPr>
      <p:grpSp>
        <p:nvGrpSpPr>
          <p:cNvPr id="540" name="Google Shape;540;p35"/>
          <p:cNvGrpSpPr/>
          <p:nvPr/>
        </p:nvGrpSpPr>
        <p:grpSpPr>
          <a:xfrm>
            <a:off x="115026" y="364"/>
            <a:ext cx="5125634" cy="5143564"/>
            <a:chOff x="312900" y="2788524"/>
            <a:chExt cx="2221197" cy="1994480"/>
          </a:xfrm>
        </p:grpSpPr>
        <p:grpSp>
          <p:nvGrpSpPr>
            <p:cNvPr id="541" name="Google Shape;541;p35"/>
            <p:cNvGrpSpPr/>
            <p:nvPr/>
          </p:nvGrpSpPr>
          <p:grpSpPr>
            <a:xfrm>
              <a:off x="312900" y="2788524"/>
              <a:ext cx="1851000" cy="1994480"/>
              <a:chOff x="461225" y="3244074"/>
              <a:chExt cx="1851000" cy="1994480"/>
            </a:xfrm>
          </p:grpSpPr>
          <p:grpSp>
            <p:nvGrpSpPr>
              <p:cNvPr id="542" name="Google Shape;542;p35"/>
              <p:cNvGrpSpPr/>
              <p:nvPr/>
            </p:nvGrpSpPr>
            <p:grpSpPr>
              <a:xfrm>
                <a:off x="461229" y="3244074"/>
                <a:ext cx="1850992" cy="1994480"/>
                <a:chOff x="461229" y="3244074"/>
                <a:chExt cx="1850992" cy="1994480"/>
              </a:xfrm>
            </p:grpSpPr>
            <p:sp>
              <p:nvSpPr>
                <p:cNvPr id="543" name="Google Shape;543;p35"/>
                <p:cNvSpPr/>
                <p:nvPr/>
              </p:nvSpPr>
              <p:spPr>
                <a:xfrm>
                  <a:off x="461229" y="324407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4" name="Google Shape;544;p35"/>
                <p:cNvSpPr/>
                <p:nvPr/>
              </p:nvSpPr>
              <p:spPr>
                <a:xfrm>
                  <a:off x="831430" y="5100554"/>
                  <a:ext cx="370200" cy="138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5" name="Google Shape;545;p35"/>
                <p:cNvSpPr/>
                <p:nvPr/>
              </p:nvSpPr>
              <p:spPr>
                <a:xfrm>
                  <a:off x="12016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6" name="Google Shape;546;p35"/>
                <p:cNvSpPr/>
                <p:nvPr/>
              </p:nvSpPr>
              <p:spPr>
                <a:xfrm>
                  <a:off x="1571820"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47" name="Google Shape;547;p35"/>
                <p:cNvSpPr/>
                <p:nvPr/>
              </p:nvSpPr>
              <p:spPr>
                <a:xfrm>
                  <a:off x="1942021" y="3244219"/>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48" name="Google Shape;548;p35"/>
              <p:cNvGrpSpPr/>
              <p:nvPr/>
            </p:nvGrpSpPr>
            <p:grpSpPr>
              <a:xfrm>
                <a:off x="461225" y="3619500"/>
                <a:ext cx="1851000" cy="370200"/>
                <a:chOff x="461225" y="3249175"/>
                <a:chExt cx="1851000" cy="370200"/>
              </a:xfrm>
            </p:grpSpPr>
            <p:sp>
              <p:nvSpPr>
                <p:cNvPr id="549" name="Google Shape;54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0" name="Google Shape;55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1" name="Google Shape;55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2" name="Google Shape;55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3" name="Google Shape;55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54" name="Google Shape;554;p35"/>
              <p:cNvGrpSpPr/>
              <p:nvPr/>
            </p:nvGrpSpPr>
            <p:grpSpPr>
              <a:xfrm>
                <a:off x="461225" y="3989700"/>
                <a:ext cx="1851000" cy="1110726"/>
                <a:chOff x="461225" y="3249175"/>
                <a:chExt cx="1851000" cy="1110726"/>
              </a:xfrm>
            </p:grpSpPr>
            <p:sp>
              <p:nvSpPr>
                <p:cNvPr id="555" name="Google Shape;555;p35"/>
                <p:cNvSpPr/>
                <p:nvPr/>
              </p:nvSpPr>
              <p:spPr>
                <a:xfrm>
                  <a:off x="461225" y="3989701"/>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6" name="Google Shape;55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7" name="Google Shape;55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8" name="Google Shape;55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59" name="Google Shape;55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0" name="Google Shape;560;p35"/>
              <p:cNvGrpSpPr/>
              <p:nvPr/>
            </p:nvGrpSpPr>
            <p:grpSpPr>
              <a:xfrm>
                <a:off x="461225" y="4360025"/>
                <a:ext cx="1851000" cy="370200"/>
                <a:chOff x="461225" y="3249175"/>
                <a:chExt cx="1851000" cy="370200"/>
              </a:xfrm>
            </p:grpSpPr>
            <p:sp>
              <p:nvSpPr>
                <p:cNvPr id="561" name="Google Shape;56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2" name="Google Shape;56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3" name="Google Shape;563;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64" name="Google Shape;564;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65" name="Google Shape;565;p35"/>
            <p:cNvSpPr/>
            <p:nvPr/>
          </p:nvSpPr>
          <p:spPr>
            <a:xfrm>
              <a:off x="2163897" y="2788524"/>
              <a:ext cx="370200" cy="3753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66" name="Google Shape;566;p35"/>
          <p:cNvGrpSpPr/>
          <p:nvPr/>
        </p:nvGrpSpPr>
        <p:grpSpPr>
          <a:xfrm flipH="1" rot="5400000">
            <a:off x="7145338" y="3274875"/>
            <a:ext cx="2221200" cy="1481050"/>
            <a:chOff x="312900" y="2793625"/>
            <a:chExt cx="2221200" cy="1481050"/>
          </a:xfrm>
        </p:grpSpPr>
        <p:grpSp>
          <p:nvGrpSpPr>
            <p:cNvPr id="567" name="Google Shape;567;p35"/>
            <p:cNvGrpSpPr/>
            <p:nvPr/>
          </p:nvGrpSpPr>
          <p:grpSpPr>
            <a:xfrm>
              <a:off x="312900" y="2793625"/>
              <a:ext cx="1851000" cy="1481050"/>
              <a:chOff x="461225" y="3249175"/>
              <a:chExt cx="1851000" cy="1481050"/>
            </a:xfrm>
          </p:grpSpPr>
          <p:grpSp>
            <p:nvGrpSpPr>
              <p:cNvPr id="568" name="Google Shape;568;p35"/>
              <p:cNvGrpSpPr/>
              <p:nvPr/>
            </p:nvGrpSpPr>
            <p:grpSpPr>
              <a:xfrm>
                <a:off x="461225" y="3249175"/>
                <a:ext cx="1851000" cy="370200"/>
                <a:chOff x="461225" y="3249175"/>
                <a:chExt cx="1851000" cy="370200"/>
              </a:xfrm>
            </p:grpSpPr>
            <p:sp>
              <p:nvSpPr>
                <p:cNvPr id="569" name="Google Shape;569;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0" name="Google Shape;570;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1" name="Google Shape;571;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2" name="Google Shape;572;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3" name="Google Shape;573;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74" name="Google Shape;574;p35"/>
              <p:cNvGrpSpPr/>
              <p:nvPr/>
            </p:nvGrpSpPr>
            <p:grpSpPr>
              <a:xfrm>
                <a:off x="461225" y="3619500"/>
                <a:ext cx="1851000" cy="370200"/>
                <a:chOff x="461225" y="3249175"/>
                <a:chExt cx="1851000" cy="370200"/>
              </a:xfrm>
            </p:grpSpPr>
            <p:sp>
              <p:nvSpPr>
                <p:cNvPr id="575" name="Google Shape;575;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6" name="Google Shape;576;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7" name="Google Shape;577;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8" name="Google Shape;578;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79" name="Google Shape;579;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0" name="Google Shape;580;p35"/>
              <p:cNvGrpSpPr/>
              <p:nvPr/>
            </p:nvGrpSpPr>
            <p:grpSpPr>
              <a:xfrm>
                <a:off x="461225" y="3989700"/>
                <a:ext cx="1851000" cy="370200"/>
                <a:chOff x="461225" y="3249175"/>
                <a:chExt cx="1851000" cy="370200"/>
              </a:xfrm>
            </p:grpSpPr>
            <p:sp>
              <p:nvSpPr>
                <p:cNvPr id="581" name="Google Shape;581;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2" name="Google Shape;582;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3" name="Google Shape;583;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4" name="Google Shape;584;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5" name="Google Shape;585;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586" name="Google Shape;586;p35"/>
              <p:cNvGrpSpPr/>
              <p:nvPr/>
            </p:nvGrpSpPr>
            <p:grpSpPr>
              <a:xfrm>
                <a:off x="461225" y="4360025"/>
                <a:ext cx="1851000" cy="370200"/>
                <a:chOff x="461225" y="3249175"/>
                <a:chExt cx="1851000" cy="370200"/>
              </a:xfrm>
            </p:grpSpPr>
            <p:sp>
              <p:nvSpPr>
                <p:cNvPr id="587" name="Google Shape;587;p35"/>
                <p:cNvSpPr/>
                <p:nvPr/>
              </p:nvSpPr>
              <p:spPr>
                <a:xfrm>
                  <a:off x="4612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8" name="Google Shape;588;p35"/>
                <p:cNvSpPr/>
                <p:nvPr/>
              </p:nvSpPr>
              <p:spPr>
                <a:xfrm>
                  <a:off x="8314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89" name="Google Shape;589;p35"/>
                <p:cNvSpPr/>
                <p:nvPr/>
              </p:nvSpPr>
              <p:spPr>
                <a:xfrm>
                  <a:off x="12016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0" name="Google Shape;590;p35"/>
                <p:cNvSpPr/>
                <p:nvPr/>
              </p:nvSpPr>
              <p:spPr>
                <a:xfrm>
                  <a:off x="15718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1" name="Google Shape;591;p35"/>
                <p:cNvSpPr/>
                <p:nvPr/>
              </p:nvSpPr>
              <p:spPr>
                <a:xfrm>
                  <a:off x="1942025" y="324917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592" name="Google Shape;592;p35"/>
            <p:cNvSpPr/>
            <p:nvPr/>
          </p:nvSpPr>
          <p:spPr>
            <a:xfrm>
              <a:off x="2163900" y="2793625"/>
              <a:ext cx="370200" cy="370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593" name="Google Shape;593;p35"/>
          <p:cNvSpPr/>
          <p:nvPr/>
        </p:nvSpPr>
        <p:spPr>
          <a:xfrm>
            <a:off x="6255775" y="3774250"/>
            <a:ext cx="2888225" cy="1369250"/>
          </a:xfrm>
          <a:custGeom>
            <a:rect b="b" l="l" r="r" t="t"/>
            <a:pathLst>
              <a:path extrusionOk="0" h="54770" w="115529">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4" name="Google Shape;594;p35"/>
          <p:cNvSpPr/>
          <p:nvPr/>
        </p:nvSpPr>
        <p:spPr>
          <a:xfrm rot="5400000">
            <a:off x="6256650" y="3649999"/>
            <a:ext cx="1392300" cy="3359400"/>
          </a:xfrm>
          <a:prstGeom prst="chord">
            <a:avLst>
              <a:gd fmla="val 5820070" name="adj1"/>
              <a:gd fmla="val 1578453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595" name="Google Shape;595;p35"/>
          <p:cNvSpPr txBox="1"/>
          <p:nvPr>
            <p:ph idx="1" type="subTitle"/>
          </p:nvPr>
        </p:nvSpPr>
        <p:spPr>
          <a:xfrm>
            <a:off x="4482800" y="3963975"/>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596" name="Google Shape;596;p35"/>
          <p:cNvSpPr txBox="1"/>
          <p:nvPr>
            <p:ph idx="2" type="subTitle"/>
          </p:nvPr>
        </p:nvSpPr>
        <p:spPr>
          <a:xfrm>
            <a:off x="4482800" y="3731112"/>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597" name="Google Shape;597;p35"/>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598" name="Google Shape;598;p35"/>
          <p:cNvSpPr txBox="1"/>
          <p:nvPr>
            <p:ph idx="3" type="title"/>
          </p:nvPr>
        </p:nvSpPr>
        <p:spPr>
          <a:xfrm>
            <a:off x="115025" y="471075"/>
            <a:ext cx="39417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599" name="Google Shape;599;p35"/>
          <p:cNvSpPr txBox="1"/>
          <p:nvPr>
            <p:ph idx="4" type="subTitle"/>
          </p:nvPr>
        </p:nvSpPr>
        <p:spPr>
          <a:xfrm>
            <a:off x="4482800" y="3428650"/>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0" name="Google Shape;600;p35"/>
          <p:cNvSpPr txBox="1"/>
          <p:nvPr>
            <p:ph idx="5" type="subTitle"/>
          </p:nvPr>
        </p:nvSpPr>
        <p:spPr>
          <a:xfrm>
            <a:off x="4482800" y="3195787"/>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1" name="Google Shape;601;p35"/>
          <p:cNvSpPr txBox="1"/>
          <p:nvPr>
            <p:ph idx="6" type="subTitle"/>
          </p:nvPr>
        </p:nvSpPr>
        <p:spPr>
          <a:xfrm>
            <a:off x="4482800" y="2894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2" name="Google Shape;602;p35"/>
          <p:cNvSpPr txBox="1"/>
          <p:nvPr>
            <p:ph idx="7" type="subTitle"/>
          </p:nvPr>
        </p:nvSpPr>
        <p:spPr>
          <a:xfrm>
            <a:off x="4482800" y="2662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3" name="Google Shape;603;p35"/>
          <p:cNvSpPr txBox="1"/>
          <p:nvPr>
            <p:ph idx="8" type="subTitle"/>
          </p:nvPr>
        </p:nvSpPr>
        <p:spPr>
          <a:xfrm>
            <a:off x="4482800" y="236186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4" name="Google Shape;604;p35"/>
          <p:cNvSpPr txBox="1"/>
          <p:nvPr>
            <p:ph idx="9" type="subTitle"/>
          </p:nvPr>
        </p:nvSpPr>
        <p:spPr>
          <a:xfrm>
            <a:off x="4482800" y="212900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5" name="Google Shape;605;p35"/>
          <p:cNvSpPr txBox="1"/>
          <p:nvPr>
            <p:ph idx="13" type="subTitle"/>
          </p:nvPr>
        </p:nvSpPr>
        <p:spPr>
          <a:xfrm>
            <a:off x="4482800" y="1829238"/>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6" name="Google Shape;606;p35"/>
          <p:cNvSpPr txBox="1"/>
          <p:nvPr>
            <p:ph idx="14" type="subTitle"/>
          </p:nvPr>
        </p:nvSpPr>
        <p:spPr>
          <a:xfrm>
            <a:off x="4482800" y="1596375"/>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7" name="Google Shape;607;p35"/>
          <p:cNvSpPr txBox="1"/>
          <p:nvPr>
            <p:ph idx="15" type="subTitle"/>
          </p:nvPr>
        </p:nvSpPr>
        <p:spPr>
          <a:xfrm>
            <a:off x="4482800" y="1296613"/>
            <a:ext cx="3972600" cy="277200"/>
          </a:xfrm>
          <a:prstGeom prst="rect">
            <a:avLst/>
          </a:prstGeom>
        </p:spPr>
        <p:txBody>
          <a:bodyPr anchorCtr="0" anchor="b" bIns="91425" lIns="0" spcFirstLastPara="1" rIns="91425" wrap="square" tIns="91425">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p:txBody>
      </p:sp>
      <p:sp>
        <p:nvSpPr>
          <p:cNvPr id="608" name="Google Shape;608;p35"/>
          <p:cNvSpPr txBox="1"/>
          <p:nvPr>
            <p:ph idx="16" type="subTitle"/>
          </p:nvPr>
        </p:nvSpPr>
        <p:spPr>
          <a:xfrm>
            <a:off x="4482800" y="1063750"/>
            <a:ext cx="1481100" cy="198300"/>
          </a:xfrm>
          <a:prstGeom prst="rect">
            <a:avLst/>
          </a:prstGeom>
        </p:spPr>
        <p:txBody>
          <a:bodyPr anchorCtr="0" anchor="b" bIns="91425" lIns="0" spcFirstLastPara="1" rIns="91425" wrap="square" tIns="91425">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09" name="Google Shape;609;p35"/>
          <p:cNvSpPr txBox="1"/>
          <p:nvPr>
            <p:ph idx="17"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Persona Infographic">
  <p:cSld name="BLANK_1_1_1_1_1_1_1_1_1_1_1_1_3">
    <p:bg>
      <p:bgPr>
        <a:solidFill>
          <a:schemeClr val="lt1"/>
        </a:solidFill>
      </p:bgPr>
    </p:bg>
    <p:spTree>
      <p:nvGrpSpPr>
        <p:cNvPr id="610" name="Shape 610"/>
        <p:cNvGrpSpPr/>
        <p:nvPr/>
      </p:nvGrpSpPr>
      <p:grpSpPr>
        <a:xfrm>
          <a:off x="0" y="0"/>
          <a:ext cx="0" cy="0"/>
          <a:chOff x="0" y="0"/>
          <a:chExt cx="0" cy="0"/>
        </a:xfrm>
      </p:grpSpPr>
      <p:sp>
        <p:nvSpPr>
          <p:cNvPr id="611" name="Google Shape;611;p36"/>
          <p:cNvSpPr/>
          <p:nvPr/>
        </p:nvSpPr>
        <p:spPr>
          <a:xfrm>
            <a:off x="6702700" y="2532550"/>
            <a:ext cx="2441400" cy="261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12" name="Google Shape;612;p36"/>
          <p:cNvSpPr/>
          <p:nvPr>
            <p:ph idx="2" type="pic"/>
          </p:nvPr>
        </p:nvSpPr>
        <p:spPr>
          <a:xfrm>
            <a:off x="6702600" y="-16150"/>
            <a:ext cx="2441400" cy="2574600"/>
          </a:xfrm>
          <a:prstGeom prst="rect">
            <a:avLst/>
          </a:prstGeom>
          <a:noFill/>
          <a:ln>
            <a:noFill/>
          </a:ln>
        </p:spPr>
      </p:sp>
      <p:sp>
        <p:nvSpPr>
          <p:cNvPr id="613" name="Google Shape;613;p36"/>
          <p:cNvSpPr txBox="1"/>
          <p:nvPr>
            <p:ph idx="1" type="subTitle"/>
          </p:nvPr>
        </p:nvSpPr>
        <p:spPr>
          <a:xfrm>
            <a:off x="115025" y="1739375"/>
            <a:ext cx="3460800" cy="1776600"/>
          </a:xfrm>
          <a:prstGeom prst="rect">
            <a:avLst/>
          </a:prstGeom>
        </p:spPr>
        <p:txBody>
          <a:bodyPr anchorCtr="0" anchor="t" bIns="0" lIns="91425" spcFirstLastPara="1" rIns="91425" wrap="square" tIns="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p:txBody>
      </p:sp>
      <p:sp>
        <p:nvSpPr>
          <p:cNvPr id="614" name="Google Shape;614;p36"/>
          <p:cNvSpPr txBox="1"/>
          <p:nvPr>
            <p:ph idx="3" type="subTitle"/>
          </p:nvPr>
        </p:nvSpPr>
        <p:spPr>
          <a:xfrm>
            <a:off x="115025" y="3869063"/>
            <a:ext cx="3460800" cy="8004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615" name="Google Shape;615;p36"/>
          <p:cNvSpPr txBox="1"/>
          <p:nvPr>
            <p:ph type="title"/>
          </p:nvPr>
        </p:nvSpPr>
        <p:spPr>
          <a:xfrm>
            <a:off x="3656050" y="1739375"/>
            <a:ext cx="2960700" cy="237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6" name="Google Shape;616;p36"/>
          <p:cNvSpPr txBox="1"/>
          <p:nvPr>
            <p:ph idx="4" type="title"/>
          </p:nvPr>
        </p:nvSpPr>
        <p:spPr>
          <a:xfrm>
            <a:off x="3656050" y="2786778"/>
            <a:ext cx="29607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7" name="Google Shape;617;p36"/>
          <p:cNvSpPr txBox="1"/>
          <p:nvPr>
            <p:ph idx="5" type="title"/>
          </p:nvPr>
        </p:nvSpPr>
        <p:spPr>
          <a:xfrm>
            <a:off x="3624425" y="4231975"/>
            <a:ext cx="900600" cy="3387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18" name="Google Shape;618;p36"/>
          <p:cNvSpPr txBox="1"/>
          <p:nvPr>
            <p:ph idx="6" type="title"/>
          </p:nvPr>
        </p:nvSpPr>
        <p:spPr>
          <a:xfrm>
            <a:off x="115025" y="1079975"/>
            <a:ext cx="6055500" cy="4923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p:txBody>
      </p:sp>
      <p:sp>
        <p:nvSpPr>
          <p:cNvPr id="619" name="Google Shape;619;p36"/>
          <p:cNvSpPr txBox="1"/>
          <p:nvPr>
            <p:ph idx="7"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20" name="Google Shape;620;p36"/>
          <p:cNvSpPr txBox="1"/>
          <p:nvPr>
            <p:ph idx="8" type="title"/>
          </p:nvPr>
        </p:nvSpPr>
        <p:spPr>
          <a:xfrm>
            <a:off x="115025" y="473240"/>
            <a:ext cx="6055500" cy="5772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21" name="Google Shape;621;p36"/>
          <p:cNvSpPr txBox="1"/>
          <p:nvPr>
            <p:ph idx="9" type="title"/>
          </p:nvPr>
        </p:nvSpPr>
        <p:spPr>
          <a:xfrm>
            <a:off x="115025" y="3631463"/>
            <a:ext cx="3460800" cy="237600"/>
          </a:xfrm>
          <a:prstGeom prst="rect">
            <a:avLst/>
          </a:prstGeom>
        </p:spPr>
        <p:txBody>
          <a:bodyPr anchorCtr="0" anchor="t" bIns="0" lIns="91425" spcFirstLastPara="1" rIns="0" wrap="square" tIns="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622" name="Google Shape;622;p36"/>
          <p:cNvSpPr txBox="1"/>
          <p:nvPr>
            <p:ph idx="13" type="subTitle"/>
          </p:nvPr>
        </p:nvSpPr>
        <p:spPr>
          <a:xfrm>
            <a:off x="6751650" y="259910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3" name="Google Shape;623;p36"/>
          <p:cNvSpPr txBox="1"/>
          <p:nvPr>
            <p:ph idx="14" type="subTitle"/>
          </p:nvPr>
        </p:nvSpPr>
        <p:spPr>
          <a:xfrm>
            <a:off x="6751650" y="291237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4" name="Google Shape;624;p36"/>
          <p:cNvSpPr txBox="1"/>
          <p:nvPr>
            <p:ph idx="15" type="subTitle"/>
          </p:nvPr>
        </p:nvSpPr>
        <p:spPr>
          <a:xfrm>
            <a:off x="6751650" y="3225655"/>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5" name="Google Shape;625;p36"/>
          <p:cNvSpPr txBox="1"/>
          <p:nvPr>
            <p:ph idx="16" type="subTitle"/>
          </p:nvPr>
        </p:nvSpPr>
        <p:spPr>
          <a:xfrm>
            <a:off x="6751650" y="3538932"/>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6" name="Google Shape;626;p36"/>
          <p:cNvSpPr txBox="1"/>
          <p:nvPr>
            <p:ph idx="17" type="subTitle"/>
          </p:nvPr>
        </p:nvSpPr>
        <p:spPr>
          <a:xfrm>
            <a:off x="6751650" y="3852210"/>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7" name="Google Shape;627;p36"/>
          <p:cNvSpPr txBox="1"/>
          <p:nvPr>
            <p:ph idx="18" type="subTitle"/>
          </p:nvPr>
        </p:nvSpPr>
        <p:spPr>
          <a:xfrm>
            <a:off x="6751650" y="4165488"/>
            <a:ext cx="2266200" cy="2796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p:txBody>
      </p:sp>
      <p:sp>
        <p:nvSpPr>
          <p:cNvPr id="628" name="Google Shape;628;p36"/>
          <p:cNvSpPr txBox="1"/>
          <p:nvPr>
            <p:ph idx="19"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2">
  <p:cSld name="BLANK_1_1_1_1_1_1_1_1_1_1_1_1_2">
    <p:spTree>
      <p:nvGrpSpPr>
        <p:cNvPr id="629" name="Shape 629"/>
        <p:cNvGrpSpPr/>
        <p:nvPr/>
      </p:nvGrpSpPr>
      <p:grpSpPr>
        <a:xfrm>
          <a:off x="0" y="0"/>
          <a:ext cx="0" cy="0"/>
          <a:chOff x="0" y="0"/>
          <a:chExt cx="0" cy="0"/>
        </a:xfrm>
      </p:grpSpPr>
      <p:sp>
        <p:nvSpPr>
          <p:cNvPr id="630" name="Google Shape;630;p37"/>
          <p:cNvSpPr/>
          <p:nvPr/>
        </p:nvSpPr>
        <p:spPr>
          <a:xfrm flipH="1" rot="-8100000">
            <a:off x="4692650" y="965198"/>
            <a:ext cx="4843399" cy="2480248"/>
          </a:xfrm>
          <a:prstGeom prst="flowChartConnector">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31" name="Google Shape;631;p37"/>
          <p:cNvSpPr/>
          <p:nvPr/>
        </p:nvSpPr>
        <p:spPr>
          <a:xfrm flipH="1" rot="10800000">
            <a:off x="4676692" y="3337812"/>
            <a:ext cx="4467295" cy="1685226"/>
          </a:xfrm>
          <a:custGeom>
            <a:rect b="b" l="l" r="r" t="t"/>
            <a:pathLst>
              <a:path extrusionOk="0" h="51371" w="119855">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Sora"/>
              <a:ea typeface="Sora"/>
              <a:cs typeface="Sora"/>
              <a:sym typeface="Sora"/>
            </a:endParaRPr>
          </a:p>
        </p:txBody>
      </p:sp>
      <p:sp>
        <p:nvSpPr>
          <p:cNvPr id="632" name="Google Shape;632;p37"/>
          <p:cNvSpPr/>
          <p:nvPr>
            <p:ph idx="2" type="pic"/>
          </p:nvPr>
        </p:nvSpPr>
        <p:spPr>
          <a:xfrm>
            <a:off x="5457500" y="0"/>
            <a:ext cx="3686400" cy="5143500"/>
          </a:xfrm>
          <a:prstGeom prst="rect">
            <a:avLst/>
          </a:prstGeom>
          <a:noFill/>
          <a:ln>
            <a:noFill/>
          </a:ln>
        </p:spPr>
      </p:sp>
      <p:sp>
        <p:nvSpPr>
          <p:cNvPr id="633" name="Google Shape;633;p37"/>
          <p:cNvSpPr txBox="1"/>
          <p:nvPr>
            <p:ph idx="1" type="body"/>
          </p:nvPr>
        </p:nvSpPr>
        <p:spPr>
          <a:xfrm>
            <a:off x="115025" y="1743625"/>
            <a:ext cx="2094000" cy="28647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Sora Light"/>
              <a:buChar char="●"/>
              <a:defRPr sz="1000">
                <a:latin typeface="Sora Light"/>
                <a:ea typeface="Sora Light"/>
                <a:cs typeface="Sora Light"/>
                <a:sym typeface="Sora Light"/>
              </a:defRPr>
            </a:lvl1pPr>
            <a:lvl2pPr indent="-292100" lvl="1" marL="914400">
              <a:spcBef>
                <a:spcPts val="800"/>
              </a:spcBef>
              <a:spcAft>
                <a:spcPts val="0"/>
              </a:spcAft>
              <a:buSzPts val="1000"/>
              <a:buFont typeface="Sora Light"/>
              <a:buChar char="○"/>
              <a:defRPr sz="1000">
                <a:latin typeface="Sora Light"/>
                <a:ea typeface="Sora Light"/>
                <a:cs typeface="Sora Light"/>
                <a:sym typeface="Sora Light"/>
              </a:defRPr>
            </a:lvl2pPr>
            <a:lvl3pPr indent="-292100" lvl="2" marL="1371600">
              <a:spcBef>
                <a:spcPts val="800"/>
              </a:spcBef>
              <a:spcAft>
                <a:spcPts val="0"/>
              </a:spcAft>
              <a:buSzPts val="1000"/>
              <a:buFont typeface="Sora Light"/>
              <a:buChar char="■"/>
              <a:defRPr sz="1000">
                <a:latin typeface="Sora Light"/>
                <a:ea typeface="Sora Light"/>
                <a:cs typeface="Sora Light"/>
                <a:sym typeface="Sora Light"/>
              </a:defRPr>
            </a:lvl3pPr>
            <a:lvl4pPr indent="-292100" lvl="3" marL="1828800">
              <a:spcBef>
                <a:spcPts val="800"/>
              </a:spcBef>
              <a:spcAft>
                <a:spcPts val="0"/>
              </a:spcAft>
              <a:buSzPts val="1000"/>
              <a:buFont typeface="Sora Light"/>
              <a:buChar char="●"/>
              <a:defRPr sz="1000">
                <a:latin typeface="Sora Light"/>
                <a:ea typeface="Sora Light"/>
                <a:cs typeface="Sora Light"/>
                <a:sym typeface="Sora Light"/>
              </a:defRPr>
            </a:lvl4pPr>
            <a:lvl5pPr indent="-292100" lvl="4" marL="2286000">
              <a:spcBef>
                <a:spcPts val="800"/>
              </a:spcBef>
              <a:spcAft>
                <a:spcPts val="0"/>
              </a:spcAft>
              <a:buSzPts val="1000"/>
              <a:buFont typeface="Sora Light"/>
              <a:buChar char="○"/>
              <a:defRPr sz="1000">
                <a:latin typeface="Sora Light"/>
                <a:ea typeface="Sora Light"/>
                <a:cs typeface="Sora Light"/>
                <a:sym typeface="Sora Light"/>
              </a:defRPr>
            </a:lvl5pPr>
            <a:lvl6pPr indent="-292100" lvl="5" marL="2743200">
              <a:spcBef>
                <a:spcPts val="800"/>
              </a:spcBef>
              <a:spcAft>
                <a:spcPts val="0"/>
              </a:spcAft>
              <a:buSzPts val="1000"/>
              <a:buFont typeface="Sora Light"/>
              <a:buChar char="■"/>
              <a:defRPr sz="1000">
                <a:latin typeface="Sora Light"/>
                <a:ea typeface="Sora Light"/>
                <a:cs typeface="Sora Light"/>
                <a:sym typeface="Sora Light"/>
              </a:defRPr>
            </a:lvl6pPr>
            <a:lvl7pPr indent="-292100" lvl="6" marL="3200400">
              <a:spcBef>
                <a:spcPts val="800"/>
              </a:spcBef>
              <a:spcAft>
                <a:spcPts val="0"/>
              </a:spcAft>
              <a:buSzPts val="1000"/>
              <a:buFont typeface="Sora Light"/>
              <a:buChar char="●"/>
              <a:defRPr sz="1000">
                <a:latin typeface="Sora Light"/>
                <a:ea typeface="Sora Light"/>
                <a:cs typeface="Sora Light"/>
                <a:sym typeface="Sora Light"/>
              </a:defRPr>
            </a:lvl7pPr>
            <a:lvl8pPr indent="-292100" lvl="7" marL="3657600">
              <a:spcBef>
                <a:spcPts val="800"/>
              </a:spcBef>
              <a:spcAft>
                <a:spcPts val="0"/>
              </a:spcAft>
              <a:buSzPts val="1000"/>
              <a:buFont typeface="Sora Light"/>
              <a:buChar char="○"/>
              <a:defRPr sz="1000">
                <a:latin typeface="Sora Light"/>
                <a:ea typeface="Sora Light"/>
                <a:cs typeface="Sora Light"/>
                <a:sym typeface="Sora Light"/>
              </a:defRPr>
            </a:lvl8pPr>
            <a:lvl9pPr indent="-292100" lvl="8" marL="4114800">
              <a:spcBef>
                <a:spcPts val="800"/>
              </a:spcBef>
              <a:spcAft>
                <a:spcPts val="800"/>
              </a:spcAft>
              <a:buSzPts val="1000"/>
              <a:buFont typeface="Sora Light"/>
              <a:buChar char="■"/>
              <a:defRPr sz="1000">
                <a:latin typeface="Sora Light"/>
                <a:ea typeface="Sora Light"/>
                <a:cs typeface="Sora Light"/>
                <a:sym typeface="Sora Light"/>
              </a:defRPr>
            </a:lvl9pPr>
          </a:lstStyle>
          <a:p/>
        </p:txBody>
      </p:sp>
      <p:sp>
        <p:nvSpPr>
          <p:cNvPr id="634" name="Google Shape;634;p37"/>
          <p:cNvSpPr txBox="1"/>
          <p:nvPr>
            <p:ph idx="3" type="body"/>
          </p:nvPr>
        </p:nvSpPr>
        <p:spPr>
          <a:xfrm>
            <a:off x="2276600" y="1743625"/>
            <a:ext cx="2904900" cy="2864700"/>
          </a:xfrm>
          <a:prstGeom prst="rect">
            <a:avLst/>
          </a:prstGeom>
        </p:spPr>
        <p:txBody>
          <a:bodyPr anchorCtr="0" anchor="t" bIns="91425" lIns="91425" spcFirstLastPara="1" rIns="91425" wrap="square" tIns="91425">
            <a:noAutofit/>
          </a:bodyPr>
          <a:lstStyle>
            <a:lvl1pPr indent="-292100" lvl="0" marL="4572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indent="-292100" lvl="1" marL="914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indent="-292100" lvl="2" marL="1371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indent="-292100" lvl="3" marL="18288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indent="-292100" lvl="4" marL="22860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indent="-292100" lvl="5" marL="27432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indent="-292100" lvl="6" marL="32004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indent="-292100" lvl="7" marL="36576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indent="-292100" lvl="8" marL="41148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p:txBody>
      </p:sp>
      <p:sp>
        <p:nvSpPr>
          <p:cNvPr id="635" name="Google Shape;635;p37"/>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p:txBody>
      </p:sp>
      <p:sp>
        <p:nvSpPr>
          <p:cNvPr id="636" name="Google Shape;636;p37"/>
          <p:cNvSpPr txBox="1"/>
          <p:nvPr>
            <p:ph idx="4" type="title"/>
          </p:nvPr>
        </p:nvSpPr>
        <p:spPr>
          <a:xfrm>
            <a:off x="115025" y="502775"/>
            <a:ext cx="5125500" cy="12006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p:txBody>
      </p:sp>
      <p:sp>
        <p:nvSpPr>
          <p:cNvPr id="637" name="Google Shape;637;p37"/>
          <p:cNvSpPr txBox="1"/>
          <p:nvPr>
            <p:ph idx="5"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Alt 2">
  <p:cSld name="BLANK_1_1_1_1_1_1_1_1_1_1_1_1_1_1">
    <p:bg>
      <p:bgPr>
        <a:solidFill>
          <a:schemeClr val="lt1"/>
        </a:solidFill>
      </p:bgPr>
    </p:bg>
    <p:spTree>
      <p:nvGrpSpPr>
        <p:cNvPr id="638" name="Shape 638"/>
        <p:cNvGrpSpPr/>
        <p:nvPr/>
      </p:nvGrpSpPr>
      <p:grpSpPr>
        <a:xfrm>
          <a:off x="0" y="0"/>
          <a:ext cx="0" cy="0"/>
          <a:chOff x="0" y="0"/>
          <a:chExt cx="0" cy="0"/>
        </a:xfrm>
      </p:grpSpPr>
      <p:grpSp>
        <p:nvGrpSpPr>
          <p:cNvPr id="639" name="Google Shape;639;p38"/>
          <p:cNvGrpSpPr/>
          <p:nvPr/>
        </p:nvGrpSpPr>
        <p:grpSpPr>
          <a:xfrm>
            <a:off x="7704171" y="1036593"/>
            <a:ext cx="1439893" cy="3234395"/>
            <a:chOff x="461225" y="3249175"/>
            <a:chExt cx="1110600" cy="2221578"/>
          </a:xfrm>
        </p:grpSpPr>
        <p:grpSp>
          <p:nvGrpSpPr>
            <p:cNvPr id="640" name="Google Shape;640;p38"/>
            <p:cNvGrpSpPr/>
            <p:nvPr/>
          </p:nvGrpSpPr>
          <p:grpSpPr>
            <a:xfrm>
              <a:off x="831422" y="3249175"/>
              <a:ext cx="740403" cy="2221578"/>
              <a:chOff x="831422" y="3249175"/>
              <a:chExt cx="740403" cy="2221578"/>
            </a:xfrm>
          </p:grpSpPr>
          <p:sp>
            <p:nvSpPr>
              <p:cNvPr id="641" name="Google Shape;641;p38"/>
              <p:cNvSpPr/>
              <p:nvPr/>
            </p:nvSpPr>
            <p:spPr>
              <a:xfrm>
                <a:off x="831422"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2" name="Google Shape;642;p38"/>
              <p:cNvSpPr/>
              <p:nvPr/>
            </p:nvSpPr>
            <p:spPr>
              <a:xfrm>
                <a:off x="1201622" y="510055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3" name="Google Shape;643;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4" name="Google Shape;644;p38"/>
            <p:cNvGrpSpPr/>
            <p:nvPr/>
          </p:nvGrpSpPr>
          <p:grpSpPr>
            <a:xfrm>
              <a:off x="461225" y="3619500"/>
              <a:ext cx="1110600" cy="370200"/>
              <a:chOff x="461225" y="3249175"/>
              <a:chExt cx="1110600" cy="370200"/>
            </a:xfrm>
          </p:grpSpPr>
          <p:sp>
            <p:nvSpPr>
              <p:cNvPr id="645" name="Google Shape;645;p38"/>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6" name="Google Shape;646;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47" name="Google Shape;647;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48" name="Google Shape;648;p38"/>
            <p:cNvGrpSpPr/>
            <p:nvPr/>
          </p:nvGrpSpPr>
          <p:grpSpPr>
            <a:xfrm>
              <a:off x="461225" y="3989700"/>
              <a:ext cx="1110600" cy="1110726"/>
              <a:chOff x="461225" y="3249175"/>
              <a:chExt cx="1110600" cy="1110726"/>
            </a:xfrm>
          </p:grpSpPr>
          <p:sp>
            <p:nvSpPr>
              <p:cNvPr id="649" name="Google Shape;649;p38"/>
              <p:cNvSpPr/>
              <p:nvPr/>
            </p:nvSpPr>
            <p:spPr>
              <a:xfrm>
                <a:off x="461225" y="3989701"/>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0" name="Google Shape;650;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1" name="Google Shape;651;p38"/>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nvGrpSpPr>
            <p:cNvPr id="652" name="Google Shape;652;p38"/>
            <p:cNvGrpSpPr/>
            <p:nvPr/>
          </p:nvGrpSpPr>
          <p:grpSpPr>
            <a:xfrm>
              <a:off x="831422" y="4360025"/>
              <a:ext cx="370203" cy="740520"/>
              <a:chOff x="831422" y="3249175"/>
              <a:chExt cx="370203" cy="740520"/>
            </a:xfrm>
          </p:grpSpPr>
          <p:sp>
            <p:nvSpPr>
              <p:cNvPr id="653" name="Google Shape;653;p38"/>
              <p:cNvSpPr/>
              <p:nvPr/>
            </p:nvSpPr>
            <p:spPr>
              <a:xfrm>
                <a:off x="831422" y="361949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sp>
            <p:nvSpPr>
              <p:cNvPr id="654" name="Google Shape;654;p38"/>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ExtraLight"/>
                  <a:ea typeface="Sora ExtraLight"/>
                  <a:cs typeface="Sora ExtraLight"/>
                  <a:sym typeface="Sora ExtraLight"/>
                </a:endParaRPr>
              </a:p>
            </p:txBody>
          </p:sp>
        </p:grpSp>
      </p:grpSp>
      <p:sp>
        <p:nvSpPr>
          <p:cNvPr id="655" name="Google Shape;655;p38"/>
          <p:cNvSpPr/>
          <p:nvPr/>
        </p:nvSpPr>
        <p:spPr>
          <a:xfrm>
            <a:off x="7394250" y="-8100"/>
            <a:ext cx="1759750" cy="2691775"/>
          </a:xfrm>
          <a:custGeom>
            <a:rect b="b" l="l" r="r" t="t"/>
            <a:pathLst>
              <a:path extrusionOk="0" h="107671" w="7039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56" name="Google Shape;656;p38"/>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657" name="Google Shape;657;p38"/>
          <p:cNvSpPr txBox="1"/>
          <p:nvPr>
            <p:ph idx="2" type="title"/>
          </p:nvPr>
        </p:nvSpPr>
        <p:spPr>
          <a:xfrm>
            <a:off x="115025" y="502775"/>
            <a:ext cx="6055500" cy="840900"/>
          </a:xfrm>
          <a:prstGeom prst="rect">
            <a:avLst/>
          </a:prstGeom>
        </p:spPr>
        <p:txBody>
          <a:bodyPr anchorCtr="0" anchor="t" bIns="91425" lIns="91425" spcFirstLastPara="1" rIns="91425" wrap="square" tIns="91425">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p:txBody>
      </p:sp>
      <p:sp>
        <p:nvSpPr>
          <p:cNvPr id="658" name="Google Shape;658;p38"/>
          <p:cNvSpPr txBox="1"/>
          <p:nvPr>
            <p:ph idx="3" type="title"/>
          </p:nvPr>
        </p:nvSpPr>
        <p:spPr>
          <a:xfrm>
            <a:off x="115025"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p:txBody>
      </p:sp>
      <p:sp>
        <p:nvSpPr>
          <p:cNvPr id="659" name="Google Shape;659;p38"/>
          <p:cNvSpPr txBox="1"/>
          <p:nvPr>
            <p:ph idx="4" type="title"/>
          </p:nvPr>
        </p:nvSpPr>
        <p:spPr>
          <a:xfrm>
            <a:off x="2634200"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p:txBody>
      </p:sp>
      <p:sp>
        <p:nvSpPr>
          <p:cNvPr id="660" name="Google Shape;660;p38"/>
          <p:cNvSpPr txBox="1"/>
          <p:nvPr>
            <p:ph idx="5" type="title"/>
          </p:nvPr>
        </p:nvSpPr>
        <p:spPr>
          <a:xfrm>
            <a:off x="5169188" y="1904100"/>
            <a:ext cx="1834500" cy="520200"/>
          </a:xfrm>
          <a:prstGeom prst="rect">
            <a:avLst/>
          </a:prstGeom>
        </p:spPr>
        <p:txBody>
          <a:bodyPr anchorCtr="0" anchor="t" bIns="91425" lIns="91425" spcFirstLastPara="1" rIns="91425" wrap="square" tIns="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661" name="Google Shape;661;p38"/>
          <p:cNvSpPr txBox="1"/>
          <p:nvPr>
            <p:ph idx="1" type="body"/>
          </p:nvPr>
        </p:nvSpPr>
        <p:spPr>
          <a:xfrm>
            <a:off x="115025"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2" name="Google Shape;662;p38"/>
          <p:cNvSpPr txBox="1"/>
          <p:nvPr>
            <p:ph idx="6" type="body"/>
          </p:nvPr>
        </p:nvSpPr>
        <p:spPr>
          <a:xfrm>
            <a:off x="115025"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3" name="Google Shape;663;p38"/>
          <p:cNvSpPr txBox="1"/>
          <p:nvPr>
            <p:ph idx="7" type="body"/>
          </p:nvPr>
        </p:nvSpPr>
        <p:spPr>
          <a:xfrm>
            <a:off x="2634200"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4" name="Google Shape;664;p38"/>
          <p:cNvSpPr txBox="1"/>
          <p:nvPr>
            <p:ph idx="8" type="body"/>
          </p:nvPr>
        </p:nvSpPr>
        <p:spPr>
          <a:xfrm>
            <a:off x="2634200"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5" name="Google Shape;665;p38"/>
          <p:cNvSpPr txBox="1"/>
          <p:nvPr>
            <p:ph idx="9" type="body"/>
          </p:nvPr>
        </p:nvSpPr>
        <p:spPr>
          <a:xfrm>
            <a:off x="5169188" y="24874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6" name="Google Shape;666;p38"/>
          <p:cNvSpPr txBox="1"/>
          <p:nvPr>
            <p:ph idx="13" type="body"/>
          </p:nvPr>
        </p:nvSpPr>
        <p:spPr>
          <a:xfrm>
            <a:off x="5169188" y="3395173"/>
            <a:ext cx="1834500" cy="8898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667" name="Google Shape;667;p38"/>
          <p:cNvSpPr txBox="1"/>
          <p:nvPr>
            <p:ph idx="14"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Alt 1">
  <p:cSld name="BLANK_1_1_1_1_1_1_1_1_1_1_1_1_1_1_1">
    <p:bg>
      <p:bgPr>
        <a:solidFill>
          <a:schemeClr val="lt1"/>
        </a:solidFill>
      </p:bgPr>
    </p:bg>
    <p:spTree>
      <p:nvGrpSpPr>
        <p:cNvPr id="668" name="Shape 668"/>
        <p:cNvGrpSpPr/>
        <p:nvPr/>
      </p:nvGrpSpPr>
      <p:grpSpPr>
        <a:xfrm>
          <a:off x="0" y="0"/>
          <a:ext cx="0" cy="0"/>
          <a:chOff x="0" y="0"/>
          <a:chExt cx="0" cy="0"/>
        </a:xfrm>
      </p:grpSpPr>
      <p:grpSp>
        <p:nvGrpSpPr>
          <p:cNvPr id="669" name="Google Shape;669;p39"/>
          <p:cNvGrpSpPr/>
          <p:nvPr/>
        </p:nvGrpSpPr>
        <p:grpSpPr>
          <a:xfrm>
            <a:off x="0" y="506850"/>
            <a:ext cx="930250" cy="2593175"/>
            <a:chOff x="0" y="506850"/>
            <a:chExt cx="930250" cy="2593175"/>
          </a:xfrm>
        </p:grpSpPr>
        <p:grpSp>
          <p:nvGrpSpPr>
            <p:cNvPr id="670" name="Google Shape;670;p39"/>
            <p:cNvGrpSpPr/>
            <p:nvPr/>
          </p:nvGrpSpPr>
          <p:grpSpPr>
            <a:xfrm>
              <a:off x="0" y="877050"/>
              <a:ext cx="930250" cy="2222975"/>
              <a:chOff x="1233650" y="2421900"/>
              <a:chExt cx="930250" cy="2222975"/>
            </a:xfrm>
          </p:grpSpPr>
          <p:grpSp>
            <p:nvGrpSpPr>
              <p:cNvPr id="671" name="Google Shape;671;p39"/>
              <p:cNvGrpSpPr/>
              <p:nvPr/>
            </p:nvGrpSpPr>
            <p:grpSpPr>
              <a:xfrm>
                <a:off x="1233650" y="2793625"/>
                <a:ext cx="560050" cy="1851250"/>
                <a:chOff x="1381975" y="3249175"/>
                <a:chExt cx="560050" cy="1851250"/>
              </a:xfrm>
            </p:grpSpPr>
            <p:sp>
              <p:nvSpPr>
                <p:cNvPr id="672" name="Google Shape;672;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3" name="Google Shape;673;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74" name="Google Shape;674;p39"/>
                <p:cNvGrpSpPr/>
                <p:nvPr/>
              </p:nvGrpSpPr>
              <p:grpSpPr>
                <a:xfrm>
                  <a:off x="1381975" y="3989700"/>
                  <a:ext cx="560050" cy="1110725"/>
                  <a:chOff x="1381975" y="3249175"/>
                  <a:chExt cx="560050" cy="1110725"/>
                </a:xfrm>
              </p:grpSpPr>
              <p:sp>
                <p:nvSpPr>
                  <p:cNvPr id="675" name="Google Shape;675;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6" name="Google Shape;676;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77" name="Google Shape;677;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678" name="Google Shape;678;p39"/>
                <p:cNvGrpSpPr/>
                <p:nvPr/>
              </p:nvGrpSpPr>
              <p:grpSpPr>
                <a:xfrm>
                  <a:off x="1381975" y="4360025"/>
                  <a:ext cx="560050" cy="370200"/>
                  <a:chOff x="1381975" y="3249175"/>
                  <a:chExt cx="560050" cy="370200"/>
                </a:xfrm>
              </p:grpSpPr>
              <p:sp>
                <p:nvSpPr>
                  <p:cNvPr id="679" name="Google Shape;67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80" name="Google Shape;68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681" name="Google Shape;681;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2" name="Google Shape;682;p39"/>
            <p:cNvSpPr/>
            <p:nvPr/>
          </p:nvSpPr>
          <p:spPr>
            <a:xfrm>
              <a:off x="183800" y="5068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83" name="Google Shape;683;p39"/>
          <p:cNvSpPr txBox="1"/>
          <p:nvPr>
            <p:ph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684" name="Google Shape;684;p39"/>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685" name="Google Shape;685;p39"/>
          <p:cNvSpPr txBox="1"/>
          <p:nvPr>
            <p:ph idx="2" type="subTitle"/>
          </p:nvPr>
        </p:nvSpPr>
        <p:spPr>
          <a:xfrm>
            <a:off x="2942250"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6" name="Google Shape;686;p39"/>
          <p:cNvSpPr txBox="1"/>
          <p:nvPr>
            <p:ph idx="3" type="subTitle"/>
          </p:nvPr>
        </p:nvSpPr>
        <p:spPr>
          <a:xfrm>
            <a:off x="1078950"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7" name="Google Shape;687;p39"/>
          <p:cNvSpPr txBox="1"/>
          <p:nvPr>
            <p:ph idx="4" type="subTitle"/>
          </p:nvPr>
        </p:nvSpPr>
        <p:spPr>
          <a:xfrm>
            <a:off x="4798644"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88" name="Google Shape;688;p39"/>
          <p:cNvSpPr txBox="1"/>
          <p:nvPr>
            <p:ph idx="5" type="subTitle"/>
          </p:nvPr>
        </p:nvSpPr>
        <p:spPr>
          <a:xfrm>
            <a:off x="294225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689" name="Google Shape;689;p39"/>
          <p:cNvSpPr txBox="1"/>
          <p:nvPr>
            <p:ph idx="6" type="subTitle"/>
          </p:nvPr>
        </p:nvSpPr>
        <p:spPr>
          <a:xfrm>
            <a:off x="6671581"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690" name="Google Shape;690;p39"/>
          <p:cNvSpPr txBox="1"/>
          <p:nvPr>
            <p:ph idx="7" type="subTitle"/>
          </p:nvPr>
        </p:nvSpPr>
        <p:spPr>
          <a:xfrm>
            <a:off x="4798647"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grpSp>
        <p:nvGrpSpPr>
          <p:cNvPr id="691" name="Google Shape;691;p39"/>
          <p:cNvGrpSpPr/>
          <p:nvPr/>
        </p:nvGrpSpPr>
        <p:grpSpPr>
          <a:xfrm rot="5400000">
            <a:off x="7381575" y="-838700"/>
            <a:ext cx="930250" cy="2591775"/>
            <a:chOff x="0" y="508250"/>
            <a:chExt cx="930250" cy="2591775"/>
          </a:xfrm>
        </p:grpSpPr>
        <p:grpSp>
          <p:nvGrpSpPr>
            <p:cNvPr id="692" name="Google Shape;692;p39"/>
            <p:cNvGrpSpPr/>
            <p:nvPr/>
          </p:nvGrpSpPr>
          <p:grpSpPr>
            <a:xfrm>
              <a:off x="0" y="877050"/>
              <a:ext cx="930250" cy="2222975"/>
              <a:chOff x="1233650" y="2421900"/>
              <a:chExt cx="930250" cy="2222975"/>
            </a:xfrm>
          </p:grpSpPr>
          <p:grpSp>
            <p:nvGrpSpPr>
              <p:cNvPr id="693" name="Google Shape;693;p39"/>
              <p:cNvGrpSpPr/>
              <p:nvPr/>
            </p:nvGrpSpPr>
            <p:grpSpPr>
              <a:xfrm>
                <a:off x="1233650" y="2793625"/>
                <a:ext cx="930250" cy="1851250"/>
                <a:chOff x="1381975" y="3249175"/>
                <a:chExt cx="930250" cy="1851250"/>
              </a:xfrm>
            </p:grpSpPr>
            <p:grpSp>
              <p:nvGrpSpPr>
                <p:cNvPr id="694" name="Google Shape;694;p39"/>
                <p:cNvGrpSpPr/>
                <p:nvPr/>
              </p:nvGrpSpPr>
              <p:grpSpPr>
                <a:xfrm>
                  <a:off x="1571825" y="3249175"/>
                  <a:ext cx="740400" cy="370200"/>
                  <a:chOff x="1571825" y="3249175"/>
                  <a:chExt cx="740400" cy="370200"/>
                </a:xfrm>
              </p:grpSpPr>
              <p:sp>
                <p:nvSpPr>
                  <p:cNvPr id="695" name="Google Shape;695;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696" name="Google Shape;696;p39"/>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697" name="Google Shape;697;p39"/>
                <p:cNvSpPr/>
                <p:nvPr/>
              </p:nvSpPr>
              <p:spPr>
                <a:xfrm>
                  <a:off x="1381975" y="36195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nvGrpSpPr>
                <p:cNvPr id="698" name="Google Shape;698;p39"/>
                <p:cNvGrpSpPr/>
                <p:nvPr/>
              </p:nvGrpSpPr>
              <p:grpSpPr>
                <a:xfrm>
                  <a:off x="1381975" y="3989700"/>
                  <a:ext cx="560050" cy="1110725"/>
                  <a:chOff x="1381975" y="3249175"/>
                  <a:chExt cx="560050" cy="1110725"/>
                </a:xfrm>
              </p:grpSpPr>
              <p:sp>
                <p:nvSpPr>
                  <p:cNvPr id="699" name="Google Shape;699;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0" name="Google Shape;700;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1" name="Google Shape;701;p39"/>
                  <p:cNvSpPr/>
                  <p:nvPr/>
                </p:nvSpPr>
                <p:spPr>
                  <a:xfrm>
                    <a:off x="1381975" y="3989700"/>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02" name="Google Shape;702;p39"/>
                <p:cNvGrpSpPr/>
                <p:nvPr/>
              </p:nvGrpSpPr>
              <p:grpSpPr>
                <a:xfrm>
                  <a:off x="1381975" y="4360025"/>
                  <a:ext cx="560050" cy="370200"/>
                  <a:chOff x="1381975" y="3249175"/>
                  <a:chExt cx="560050" cy="370200"/>
                </a:xfrm>
              </p:grpSpPr>
              <p:sp>
                <p:nvSpPr>
                  <p:cNvPr id="703" name="Google Shape;703;p39"/>
                  <p:cNvSpPr/>
                  <p:nvPr/>
                </p:nvSpPr>
                <p:spPr>
                  <a:xfrm>
                    <a:off x="1381975" y="3249175"/>
                    <a:ext cx="1899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04" name="Google Shape;704;p39"/>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05" name="Google Shape;705;p39"/>
              <p:cNvSpPr/>
              <p:nvPr/>
            </p:nvSpPr>
            <p:spPr>
              <a:xfrm>
                <a:off x="1793700" y="24219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6" name="Google Shape;706;p39"/>
            <p:cNvSpPr/>
            <p:nvPr/>
          </p:nvSpPr>
          <p:spPr>
            <a:xfrm>
              <a:off x="189850" y="50825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707" name="Google Shape;707;p39"/>
          <p:cNvSpPr txBox="1"/>
          <p:nvPr>
            <p:ph idx="8" type="subTitle"/>
          </p:nvPr>
        </p:nvSpPr>
        <p:spPr>
          <a:xfrm>
            <a:off x="6671579" y="2330400"/>
            <a:ext cx="1564500" cy="1644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p:txBody>
      </p:sp>
      <p:sp>
        <p:nvSpPr>
          <p:cNvPr id="708" name="Google Shape;708;p39"/>
          <p:cNvSpPr txBox="1"/>
          <p:nvPr>
            <p:ph idx="9"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cxnSp>
        <p:nvCxnSpPr>
          <p:cNvPr id="709" name="Google Shape;709;p39"/>
          <p:cNvCxnSpPr/>
          <p:nvPr/>
        </p:nvCxnSpPr>
        <p:spPr>
          <a:xfrm>
            <a:off x="1865850" y="392700"/>
            <a:ext cx="0" cy="390300"/>
          </a:xfrm>
          <a:prstGeom prst="straightConnector1">
            <a:avLst/>
          </a:prstGeom>
          <a:noFill/>
          <a:ln cap="flat" cmpd="sng" w="19050">
            <a:solidFill>
              <a:schemeClr val="accent3"/>
            </a:solidFill>
            <a:prstDash val="solid"/>
            <a:round/>
            <a:headEnd len="med" w="med" type="none"/>
            <a:tailEnd len="med" w="med" type="none"/>
          </a:ln>
        </p:spPr>
      </p:cxnSp>
      <p:sp>
        <p:nvSpPr>
          <p:cNvPr id="710" name="Google Shape;710;p39"/>
          <p:cNvSpPr/>
          <p:nvPr/>
        </p:nvSpPr>
        <p:spPr>
          <a:xfrm rot="5400000">
            <a:off x="8773788" y="9223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1" name="Google Shape;711;p39"/>
          <p:cNvSpPr/>
          <p:nvPr/>
        </p:nvSpPr>
        <p:spPr>
          <a:xfrm rot="5400000">
            <a:off x="8773788" y="129251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12" name="Google Shape;712;p39"/>
          <p:cNvSpPr txBox="1"/>
          <p:nvPr>
            <p:ph idx="13" type="subTitle"/>
          </p:nvPr>
        </p:nvSpPr>
        <p:spPr>
          <a:xfrm>
            <a:off x="1078938" y="1877700"/>
            <a:ext cx="1564500" cy="452700"/>
          </a:xfrm>
          <a:prstGeom prst="rect">
            <a:avLst/>
          </a:prstGeom>
        </p:spPr>
        <p:txBody>
          <a:bodyPr anchorCtr="0" anchor="t" bIns="91425" lIns="91425" spcFirstLastPara="1" rIns="91425" wrap="square" tIns="91425">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p:txBody>
      </p:sp>
      <p:sp>
        <p:nvSpPr>
          <p:cNvPr id="713" name="Google Shape;713;p39"/>
          <p:cNvSpPr txBox="1"/>
          <p:nvPr>
            <p:ph idx="14" type="title"/>
          </p:nvPr>
        </p:nvSpPr>
        <p:spPr>
          <a:xfrm>
            <a:off x="348450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4" name="Google Shape;714;p39"/>
          <p:cNvSpPr txBox="1"/>
          <p:nvPr>
            <p:ph idx="15" type="title"/>
          </p:nvPr>
        </p:nvSpPr>
        <p:spPr>
          <a:xfrm>
            <a:off x="720420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lt1"/>
              </a:buClr>
              <a:buSzPts val="1800"/>
              <a:buFont typeface="IBM Plex Sans"/>
              <a:buNone/>
              <a:defRPr b="1" sz="1800"/>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p:txBody>
      </p:sp>
      <p:sp>
        <p:nvSpPr>
          <p:cNvPr id="715" name="Google Shape;715;p39"/>
          <p:cNvSpPr txBox="1"/>
          <p:nvPr>
            <p:ph idx="16" type="title"/>
          </p:nvPr>
        </p:nvSpPr>
        <p:spPr>
          <a:xfrm>
            <a:off x="5344350" y="1411200"/>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6" name="Google Shape;716;p39"/>
          <p:cNvSpPr txBox="1"/>
          <p:nvPr>
            <p:ph idx="17" type="title"/>
          </p:nvPr>
        </p:nvSpPr>
        <p:spPr>
          <a:xfrm>
            <a:off x="1624650" y="1377875"/>
            <a:ext cx="473100" cy="3903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p:txBody>
      </p:sp>
      <p:sp>
        <p:nvSpPr>
          <p:cNvPr id="717" name="Google Shape;717;p39"/>
          <p:cNvSpPr txBox="1"/>
          <p:nvPr>
            <p:ph idx="18"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1_1_1_2">
    <p:bg>
      <p:bgPr>
        <a:solidFill>
          <a:schemeClr val="lt1"/>
        </a:solidFill>
      </p:bgPr>
    </p:bg>
    <p:spTree>
      <p:nvGrpSpPr>
        <p:cNvPr id="718" name="Shape 718"/>
        <p:cNvGrpSpPr/>
        <p:nvPr/>
      </p:nvGrpSpPr>
      <p:grpSpPr>
        <a:xfrm>
          <a:off x="0" y="0"/>
          <a:ext cx="0" cy="0"/>
          <a:chOff x="0" y="0"/>
          <a:chExt cx="0" cy="0"/>
        </a:xfrm>
      </p:grpSpPr>
      <p:sp>
        <p:nvSpPr>
          <p:cNvPr id="719" name="Google Shape;719;p40"/>
          <p:cNvSpPr txBox="1"/>
          <p:nvPr>
            <p:ph idx="1" type="body"/>
          </p:nvPr>
        </p:nvSpPr>
        <p:spPr>
          <a:xfrm>
            <a:off x="1867950"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0" name="Google Shape;720;p40"/>
          <p:cNvSpPr txBox="1"/>
          <p:nvPr>
            <p:ph idx="2" type="body"/>
          </p:nvPr>
        </p:nvSpPr>
        <p:spPr>
          <a:xfrm>
            <a:off x="1867950"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1" name="Google Shape;721;p40"/>
          <p:cNvSpPr txBox="1"/>
          <p:nvPr>
            <p:ph idx="3" type="body"/>
          </p:nvPr>
        </p:nvSpPr>
        <p:spPr>
          <a:xfrm>
            <a:off x="5297575" y="203530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22" name="Google Shape;722;p40"/>
          <p:cNvSpPr txBox="1"/>
          <p:nvPr>
            <p:ph idx="4" type="body"/>
          </p:nvPr>
        </p:nvSpPr>
        <p:spPr>
          <a:xfrm>
            <a:off x="5297575" y="3405150"/>
            <a:ext cx="2700000" cy="822900"/>
          </a:xfrm>
          <a:prstGeom prst="rect">
            <a:avLst/>
          </a:prstGeom>
        </p:spPr>
        <p:txBody>
          <a:bodyPr anchorCtr="0" anchor="t" bIns="91425" lIns="91425" spcFirstLastPara="1" rIns="91425" wrap="square" tIns="0">
            <a:noAutofit/>
          </a:bodyPr>
          <a:lstStyle>
            <a:lvl1pPr indent="-292100" lvl="0" marL="457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grpSp>
        <p:nvGrpSpPr>
          <p:cNvPr id="723" name="Google Shape;723;p40"/>
          <p:cNvGrpSpPr/>
          <p:nvPr/>
        </p:nvGrpSpPr>
        <p:grpSpPr>
          <a:xfrm>
            <a:off x="7073603" y="0"/>
            <a:ext cx="2070408" cy="1617374"/>
            <a:chOff x="6787102" y="-57263"/>
            <a:chExt cx="2403260" cy="1877393"/>
          </a:xfrm>
        </p:grpSpPr>
        <p:grpSp>
          <p:nvGrpSpPr>
            <p:cNvPr id="724" name="Google Shape;724;p40"/>
            <p:cNvGrpSpPr/>
            <p:nvPr/>
          </p:nvGrpSpPr>
          <p:grpSpPr>
            <a:xfrm rot="10800000">
              <a:off x="8286413" y="1320355"/>
              <a:ext cx="903863" cy="499775"/>
              <a:chOff x="532097" y="3249175"/>
              <a:chExt cx="669528" cy="370204"/>
            </a:xfrm>
          </p:grpSpPr>
          <p:sp>
            <p:nvSpPr>
              <p:cNvPr id="725" name="Google Shape;725;p40"/>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6" name="Google Shape;726;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27" name="Google Shape;727;p40"/>
            <p:cNvGrpSpPr/>
            <p:nvPr/>
          </p:nvGrpSpPr>
          <p:grpSpPr>
            <a:xfrm rot="10800000">
              <a:off x="6787103" y="820419"/>
              <a:ext cx="2402289" cy="499772"/>
              <a:chOff x="532752" y="3249175"/>
              <a:chExt cx="1779473" cy="370202"/>
            </a:xfrm>
          </p:grpSpPr>
          <p:sp>
            <p:nvSpPr>
              <p:cNvPr id="728" name="Google Shape;728;p40"/>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29" name="Google Shape;729;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0" name="Google Shape;730;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1" name="Google Shape;73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2" name="Google Shape;732;p40"/>
            <p:cNvGrpSpPr/>
            <p:nvPr/>
          </p:nvGrpSpPr>
          <p:grpSpPr>
            <a:xfrm rot="10800000">
              <a:off x="7286873" y="320651"/>
              <a:ext cx="1499310" cy="499770"/>
              <a:chOff x="831425" y="3249175"/>
              <a:chExt cx="1110600" cy="370200"/>
            </a:xfrm>
          </p:grpSpPr>
          <p:sp>
            <p:nvSpPr>
              <p:cNvPr id="733" name="Google Shape;733;p40"/>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4" name="Google Shape;734;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5" name="Google Shape;735;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36" name="Google Shape;736;p40"/>
            <p:cNvGrpSpPr/>
            <p:nvPr/>
          </p:nvGrpSpPr>
          <p:grpSpPr>
            <a:xfrm rot="10800000">
              <a:off x="6787102" y="-57263"/>
              <a:ext cx="2403260" cy="377865"/>
              <a:chOff x="532032" y="3249173"/>
              <a:chExt cx="1780193" cy="370202"/>
            </a:xfrm>
          </p:grpSpPr>
          <p:sp>
            <p:nvSpPr>
              <p:cNvPr id="737" name="Google Shape;737;p40"/>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8" name="Google Shape;738;p40"/>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39" name="Google Shape;739;p40"/>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0" name="Google Shape;740;p40"/>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1" name="Google Shape;741;p40"/>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42" name="Google Shape;742;p40"/>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3" name="Google Shape;743;p40"/>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4" name="Google Shape;744;p40"/>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5" name="Google Shape;745;p40"/>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46" name="Google Shape;746;p40"/>
          <p:cNvSpPr txBox="1"/>
          <p:nvPr>
            <p:ph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47" name="Google Shape;747;p40"/>
          <p:cNvSpPr txBox="1"/>
          <p:nvPr>
            <p:ph idx="5" type="title"/>
          </p:nvPr>
        </p:nvSpPr>
        <p:spPr>
          <a:xfrm>
            <a:off x="38100" y="319650"/>
            <a:ext cx="18231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p:txBody>
      </p:sp>
      <p:sp>
        <p:nvSpPr>
          <p:cNvPr id="748" name="Google Shape;748;p40"/>
          <p:cNvSpPr txBox="1"/>
          <p:nvPr>
            <p:ph idx="6"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sp>
        <p:nvSpPr>
          <p:cNvPr id="749" name="Google Shape;749;p40"/>
          <p:cNvSpPr txBox="1"/>
          <p:nvPr>
            <p:ph idx="7" type="subTitle"/>
          </p:nvPr>
        </p:nvSpPr>
        <p:spPr>
          <a:xfrm>
            <a:off x="1867950"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0" name="Google Shape;750;p40"/>
          <p:cNvSpPr txBox="1"/>
          <p:nvPr>
            <p:ph idx="8" type="subTitle"/>
          </p:nvPr>
        </p:nvSpPr>
        <p:spPr>
          <a:xfrm>
            <a:off x="1867950"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1" name="Google Shape;751;p40"/>
          <p:cNvSpPr txBox="1"/>
          <p:nvPr>
            <p:ph idx="9" type="subTitle"/>
          </p:nvPr>
        </p:nvSpPr>
        <p:spPr>
          <a:xfrm>
            <a:off x="5297575" y="169227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2" name="Google Shape;752;p40"/>
          <p:cNvSpPr txBox="1"/>
          <p:nvPr>
            <p:ph idx="13" type="subTitle"/>
          </p:nvPr>
        </p:nvSpPr>
        <p:spPr>
          <a:xfrm>
            <a:off x="5297575" y="3062125"/>
            <a:ext cx="2394900" cy="288300"/>
          </a:xfrm>
          <a:prstGeom prst="rect">
            <a:avLst/>
          </a:prstGeom>
        </p:spPr>
        <p:txBody>
          <a:bodyPr anchorCtr="0" anchor="t" bIns="91425" lIns="91425" spcFirstLastPara="1" rIns="91425" wrap="square" tIns="91425">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3" name="Google Shape;753;p40"/>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3">
  <p:cSld name="BLANK_1_1_1_1_1_1_1_1_1_1_1_1_1_1_1_2_1">
    <p:bg>
      <p:bgPr>
        <a:solidFill>
          <a:schemeClr val="lt1"/>
        </a:solidFill>
      </p:bgPr>
    </p:bg>
    <p:spTree>
      <p:nvGrpSpPr>
        <p:cNvPr id="754" name="Shape 754"/>
        <p:cNvGrpSpPr/>
        <p:nvPr/>
      </p:nvGrpSpPr>
      <p:grpSpPr>
        <a:xfrm>
          <a:off x="0" y="0"/>
          <a:ext cx="0" cy="0"/>
          <a:chOff x="0" y="0"/>
          <a:chExt cx="0" cy="0"/>
        </a:xfrm>
      </p:grpSpPr>
      <p:sp>
        <p:nvSpPr>
          <p:cNvPr id="755" name="Google Shape;755;p41"/>
          <p:cNvSpPr txBox="1"/>
          <p:nvPr>
            <p:ph type="title"/>
          </p:nvPr>
        </p:nvSpPr>
        <p:spPr>
          <a:xfrm>
            <a:off x="104850" y="2155850"/>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6" name="Google Shape;756;p41"/>
          <p:cNvSpPr txBox="1"/>
          <p:nvPr>
            <p:ph idx="2" type="title"/>
          </p:nvPr>
        </p:nvSpPr>
        <p:spPr>
          <a:xfrm>
            <a:off x="1932925"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7" name="Google Shape;757;p41"/>
          <p:cNvSpPr txBox="1"/>
          <p:nvPr>
            <p:ph idx="3" type="title"/>
          </p:nvPr>
        </p:nvSpPr>
        <p:spPr>
          <a:xfrm>
            <a:off x="376100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8" name="Google Shape;758;p41"/>
          <p:cNvSpPr txBox="1"/>
          <p:nvPr>
            <p:ph idx="4" type="title"/>
          </p:nvPr>
        </p:nvSpPr>
        <p:spPr>
          <a:xfrm>
            <a:off x="5607150" y="2155825"/>
            <a:ext cx="1583400" cy="520200"/>
          </a:xfrm>
          <a:prstGeom prst="rect">
            <a:avLst/>
          </a:prstGeom>
        </p:spPr>
        <p:txBody>
          <a:bodyPr anchorCtr="0" anchor="b" bIns="91425" lIns="91425" spcFirstLastPara="1" rIns="91425" wrap="square" tIns="91425">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p:txBody>
      </p:sp>
      <p:sp>
        <p:nvSpPr>
          <p:cNvPr id="759" name="Google Shape;759;p41"/>
          <p:cNvSpPr txBox="1"/>
          <p:nvPr>
            <p:ph idx="5"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760" name="Google Shape;760;p41"/>
          <p:cNvSpPr txBox="1"/>
          <p:nvPr>
            <p:ph idx="1" type="subTitle"/>
          </p:nvPr>
        </p:nvSpPr>
        <p:spPr>
          <a:xfrm>
            <a:off x="2176499" y="319800"/>
            <a:ext cx="3904200" cy="520200"/>
          </a:xfrm>
          <a:prstGeom prst="rect">
            <a:avLst/>
          </a:prstGeom>
        </p:spPr>
        <p:txBody>
          <a:bodyPr anchorCtr="0" anchor="t" bIns="91425" lIns="91425" spcFirstLastPara="1" rIns="91425" wrap="square" tIns="91425">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p:txBody>
      </p:sp>
      <p:cxnSp>
        <p:nvCxnSpPr>
          <p:cNvPr id="761" name="Google Shape;761;p41"/>
          <p:cNvCxnSpPr/>
          <p:nvPr/>
        </p:nvCxnSpPr>
        <p:spPr>
          <a:xfrm>
            <a:off x="1865850" y="392700"/>
            <a:ext cx="0" cy="390300"/>
          </a:xfrm>
          <a:prstGeom prst="straightConnector1">
            <a:avLst/>
          </a:prstGeom>
          <a:noFill/>
          <a:ln cap="flat" cmpd="sng" w="19050">
            <a:solidFill>
              <a:schemeClr val="accent6"/>
            </a:solidFill>
            <a:prstDash val="solid"/>
            <a:round/>
            <a:headEnd len="med" w="med" type="none"/>
            <a:tailEnd len="med" w="med" type="none"/>
          </a:ln>
        </p:spPr>
      </p:cxnSp>
      <p:grpSp>
        <p:nvGrpSpPr>
          <p:cNvPr id="762" name="Google Shape;762;p41"/>
          <p:cNvGrpSpPr/>
          <p:nvPr/>
        </p:nvGrpSpPr>
        <p:grpSpPr>
          <a:xfrm>
            <a:off x="7073603" y="0"/>
            <a:ext cx="2070408" cy="1617374"/>
            <a:chOff x="6787102" y="-57263"/>
            <a:chExt cx="2403260" cy="1877393"/>
          </a:xfrm>
        </p:grpSpPr>
        <p:grpSp>
          <p:nvGrpSpPr>
            <p:cNvPr id="763" name="Google Shape;763;p41"/>
            <p:cNvGrpSpPr/>
            <p:nvPr/>
          </p:nvGrpSpPr>
          <p:grpSpPr>
            <a:xfrm rot="10800000">
              <a:off x="8286413" y="1320355"/>
              <a:ext cx="903863" cy="499775"/>
              <a:chOff x="532097" y="3249175"/>
              <a:chExt cx="669528" cy="370204"/>
            </a:xfrm>
          </p:grpSpPr>
          <p:sp>
            <p:nvSpPr>
              <p:cNvPr id="764" name="Google Shape;764;p41"/>
              <p:cNvSpPr/>
              <p:nvPr/>
            </p:nvSpPr>
            <p:spPr>
              <a:xfrm>
                <a:off x="532097" y="3249179"/>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5" name="Google Shape;765;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66" name="Google Shape;766;p41"/>
            <p:cNvGrpSpPr/>
            <p:nvPr/>
          </p:nvGrpSpPr>
          <p:grpSpPr>
            <a:xfrm rot="10800000">
              <a:off x="6787103" y="820419"/>
              <a:ext cx="2402289" cy="499772"/>
              <a:chOff x="532752" y="3249175"/>
              <a:chExt cx="1779473" cy="370202"/>
            </a:xfrm>
          </p:grpSpPr>
          <p:sp>
            <p:nvSpPr>
              <p:cNvPr id="767" name="Google Shape;767;p41"/>
              <p:cNvSpPr/>
              <p:nvPr/>
            </p:nvSpPr>
            <p:spPr>
              <a:xfrm>
                <a:off x="532752" y="3249177"/>
                <a:ext cx="2988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8" name="Google Shape;768;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69" name="Google Shape;769;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0" name="Google Shape;77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1" name="Google Shape;771;p41"/>
            <p:cNvGrpSpPr/>
            <p:nvPr/>
          </p:nvGrpSpPr>
          <p:grpSpPr>
            <a:xfrm rot="10800000">
              <a:off x="7286873" y="320651"/>
              <a:ext cx="1499310" cy="499770"/>
              <a:chOff x="831425" y="3249175"/>
              <a:chExt cx="1110600" cy="370200"/>
            </a:xfrm>
          </p:grpSpPr>
          <p:sp>
            <p:nvSpPr>
              <p:cNvPr id="772" name="Google Shape;772;p41"/>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3" name="Google Shape;773;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4" name="Google Shape;774;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775" name="Google Shape;775;p41"/>
            <p:cNvGrpSpPr/>
            <p:nvPr/>
          </p:nvGrpSpPr>
          <p:grpSpPr>
            <a:xfrm rot="10800000">
              <a:off x="6787102" y="-57263"/>
              <a:ext cx="2403260" cy="377865"/>
              <a:chOff x="532032" y="3249173"/>
              <a:chExt cx="1780193" cy="370202"/>
            </a:xfrm>
          </p:grpSpPr>
          <p:sp>
            <p:nvSpPr>
              <p:cNvPr id="776" name="Google Shape;776;p41"/>
              <p:cNvSpPr/>
              <p:nvPr/>
            </p:nvSpPr>
            <p:spPr>
              <a:xfrm>
                <a:off x="532032" y="3249173"/>
                <a:ext cx="2994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7" name="Google Shape;777;p41"/>
              <p:cNvSpPr/>
              <p:nvPr/>
            </p:nvSpPr>
            <p:spPr>
              <a:xfrm>
                <a:off x="831430" y="3249173"/>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8" name="Google Shape;778;p41"/>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79" name="Google Shape;779;p41"/>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0" name="Google Shape;780;p41"/>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781" name="Google Shape;781;p41"/>
          <p:cNvSpPr/>
          <p:nvPr/>
        </p:nvSpPr>
        <p:spPr>
          <a:xfrm flipH="1" rot="10800000">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2" name="Google Shape;782;p41"/>
          <p:cNvSpPr/>
          <p:nvPr/>
        </p:nvSpPr>
        <p:spPr>
          <a:xfrm flipH="1" rot="10800000">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3" name="Google Shape;783;p41"/>
          <p:cNvSpPr/>
          <p:nvPr/>
        </p:nvSpPr>
        <p:spPr>
          <a:xfrm flipH="1" rot="10800000">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4" name="Google Shape;784;p41"/>
          <p:cNvSpPr/>
          <p:nvPr/>
        </p:nvSpPr>
        <p:spPr>
          <a:xfrm flipH="1" rot="10800000">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785" name="Google Shape;785;p41"/>
          <p:cNvSpPr txBox="1"/>
          <p:nvPr>
            <p:ph idx="6" type="body"/>
          </p:nvPr>
        </p:nvSpPr>
        <p:spPr>
          <a:xfrm>
            <a:off x="1049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6" name="Google Shape;786;p41"/>
          <p:cNvSpPr txBox="1"/>
          <p:nvPr>
            <p:ph idx="7" type="body"/>
          </p:nvPr>
        </p:nvSpPr>
        <p:spPr>
          <a:xfrm>
            <a:off x="1932925"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7" name="Google Shape;787;p41"/>
          <p:cNvSpPr txBox="1"/>
          <p:nvPr>
            <p:ph idx="8" type="body"/>
          </p:nvPr>
        </p:nvSpPr>
        <p:spPr>
          <a:xfrm>
            <a:off x="376100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8" name="Google Shape;788;p41"/>
          <p:cNvSpPr txBox="1"/>
          <p:nvPr>
            <p:ph idx="9" type="body"/>
          </p:nvPr>
        </p:nvSpPr>
        <p:spPr>
          <a:xfrm>
            <a:off x="5607150" y="2676050"/>
            <a:ext cx="1583400" cy="1674300"/>
          </a:xfrm>
          <a:prstGeom prst="rect">
            <a:avLst/>
          </a:prstGeom>
        </p:spPr>
        <p:txBody>
          <a:bodyPr anchorCtr="0" anchor="t" bIns="91425" lIns="91425" spcFirstLastPara="1" rIns="0" wrap="square" tIns="91425">
            <a:normAutofit/>
          </a:bodyPr>
          <a:lstStyle>
            <a:lvl1pPr indent="-292100" lvl="0" marL="457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indent="-292100" lvl="1" marL="914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indent="-292100" lvl="2" marL="1371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indent="-292100" lvl="3" marL="1828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indent="-292100" lvl="4" marL="22860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indent="-292100" lvl="5" marL="27432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indent="-292100" lvl="6" marL="32004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indent="-292100" lvl="7" marL="36576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indent="-292100" lvl="8" marL="41148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p:txBody>
      </p:sp>
      <p:sp>
        <p:nvSpPr>
          <p:cNvPr id="789" name="Google Shape;789;p41"/>
          <p:cNvSpPr txBox="1"/>
          <p:nvPr>
            <p:ph idx="13" type="title"/>
          </p:nvPr>
        </p:nvSpPr>
        <p:spPr>
          <a:xfrm>
            <a:off x="23997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0" name="Google Shape;790;p41"/>
          <p:cNvSpPr txBox="1"/>
          <p:nvPr>
            <p:ph idx="14" type="title"/>
          </p:nvPr>
        </p:nvSpPr>
        <p:spPr>
          <a:xfrm>
            <a:off x="20095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1" name="Google Shape;791;p41"/>
          <p:cNvSpPr txBox="1"/>
          <p:nvPr>
            <p:ph idx="15" type="title"/>
          </p:nvPr>
        </p:nvSpPr>
        <p:spPr>
          <a:xfrm>
            <a:off x="3895425"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2" name="Google Shape;792;p41"/>
          <p:cNvSpPr txBox="1"/>
          <p:nvPr>
            <p:ph idx="16" type="title"/>
          </p:nvPr>
        </p:nvSpPr>
        <p:spPr>
          <a:xfrm>
            <a:off x="5704700" y="1597225"/>
            <a:ext cx="640200" cy="482400"/>
          </a:xfrm>
          <a:prstGeom prst="rect">
            <a:avLst/>
          </a:prstGeom>
        </p:spPr>
        <p:txBody>
          <a:bodyPr anchorCtr="0" anchor="t" bIns="91425" lIns="91425" spcFirstLastPara="1" rIns="137150" wrap="square" tIns="91425">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p:txBody>
      </p:sp>
      <p:sp>
        <p:nvSpPr>
          <p:cNvPr id="793" name="Google Shape;793;p41"/>
          <p:cNvSpPr txBox="1"/>
          <p:nvPr>
            <p:ph idx="17" type="title"/>
          </p:nvPr>
        </p:nvSpPr>
        <p:spPr>
          <a:xfrm>
            <a:off x="38100" y="319650"/>
            <a:ext cx="1827900" cy="520200"/>
          </a:xfrm>
          <a:prstGeom prst="rect">
            <a:avLst/>
          </a:prstGeom>
        </p:spPr>
        <p:txBody>
          <a:bodyPr anchorCtr="0" anchor="t" bIns="91425" lIns="182875" spcFirstLastPara="1" rIns="91425" wrap="square" tIns="91425">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p:txBody>
      </p:sp>
      <p:sp>
        <p:nvSpPr>
          <p:cNvPr id="794" name="Google Shape;794;p41"/>
          <p:cNvSpPr txBox="1"/>
          <p:nvPr>
            <p:ph idx="18" type="title"/>
          </p:nvPr>
        </p:nvSpPr>
        <p:spPr>
          <a:xfrm>
            <a:off x="228600" y="4774929"/>
            <a:ext cx="1939200" cy="189300"/>
          </a:xfrm>
          <a:prstGeom prst="rect">
            <a:avLst/>
          </a:prstGeom>
        </p:spPr>
        <p:txBody>
          <a:bodyPr anchorCtr="0" anchor="t"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extLst>
    <p:ext uri="{DCECCB84-F9BA-43D5-87BE-67443E8EF086}">
      <p15:sldGuideLst>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images with caption">
  <p:cSld name="BLANK_1_1_1_1_1_1_1_1_1_1_1_1_1_1_1_1_1_1_2">
    <p:bg>
      <p:bgPr>
        <a:solidFill>
          <a:schemeClr val="lt1"/>
        </a:solidFill>
      </p:bgPr>
    </p:bg>
    <p:spTree>
      <p:nvGrpSpPr>
        <p:cNvPr id="795" name="Shape 795"/>
        <p:cNvGrpSpPr/>
        <p:nvPr/>
      </p:nvGrpSpPr>
      <p:grpSpPr>
        <a:xfrm>
          <a:off x="0" y="0"/>
          <a:ext cx="0" cy="0"/>
          <a:chOff x="0" y="0"/>
          <a:chExt cx="0" cy="0"/>
        </a:xfrm>
      </p:grpSpPr>
      <p:sp>
        <p:nvSpPr>
          <p:cNvPr id="796" name="Google Shape;796;p42"/>
          <p:cNvSpPr txBox="1"/>
          <p:nvPr>
            <p:ph type="title"/>
          </p:nvPr>
        </p:nvSpPr>
        <p:spPr>
          <a:xfrm>
            <a:off x="38100" y="397750"/>
            <a:ext cx="1948200" cy="189300"/>
          </a:xfrm>
          <a:prstGeom prst="rect">
            <a:avLst/>
          </a:prstGeom>
        </p:spPr>
        <p:txBody>
          <a:bodyPr anchorCtr="0" anchor="t" bIns="91425" lIns="182875" spcFirstLastPara="1" rIns="91425" wrap="square" tIns="91425">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97" name="Google Shape;797;p42"/>
          <p:cNvGrpSpPr/>
          <p:nvPr/>
        </p:nvGrpSpPr>
        <p:grpSpPr>
          <a:xfrm rot="10800000">
            <a:off x="5657179" y="-1"/>
            <a:ext cx="3486840" cy="2906092"/>
            <a:chOff x="312900" y="2793625"/>
            <a:chExt cx="2221200" cy="1851250"/>
          </a:xfrm>
        </p:grpSpPr>
        <p:grpSp>
          <p:nvGrpSpPr>
            <p:cNvPr id="798" name="Google Shape;798;p42"/>
            <p:cNvGrpSpPr/>
            <p:nvPr/>
          </p:nvGrpSpPr>
          <p:grpSpPr>
            <a:xfrm>
              <a:off x="312900" y="2793625"/>
              <a:ext cx="1851000" cy="1851250"/>
              <a:chOff x="461225" y="3249175"/>
              <a:chExt cx="1851000" cy="1851250"/>
            </a:xfrm>
          </p:grpSpPr>
          <p:grpSp>
            <p:nvGrpSpPr>
              <p:cNvPr id="799" name="Google Shape;799;p42"/>
              <p:cNvGrpSpPr/>
              <p:nvPr/>
            </p:nvGrpSpPr>
            <p:grpSpPr>
              <a:xfrm>
                <a:off x="461225" y="3249175"/>
                <a:ext cx="1851000" cy="370200"/>
                <a:chOff x="461225" y="3249175"/>
                <a:chExt cx="1851000" cy="370200"/>
              </a:xfrm>
            </p:grpSpPr>
            <p:sp>
              <p:nvSpPr>
                <p:cNvPr id="800" name="Google Shape;800;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1" name="Google Shape;801;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2" name="Google Shape;802;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3" name="Google Shape;803;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04" name="Google Shape;804;p42"/>
              <p:cNvGrpSpPr/>
              <p:nvPr/>
            </p:nvGrpSpPr>
            <p:grpSpPr>
              <a:xfrm>
                <a:off x="461225" y="3619500"/>
                <a:ext cx="1851000" cy="370200"/>
                <a:chOff x="461225" y="3249175"/>
                <a:chExt cx="1851000" cy="370200"/>
              </a:xfrm>
            </p:grpSpPr>
            <p:sp>
              <p:nvSpPr>
                <p:cNvPr id="805" name="Google Shape;805;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6" name="Google Shape;80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7" name="Google Shape;80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8" name="Google Shape;80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09" name="Google Shape;80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0" name="Google Shape;810;p42"/>
              <p:cNvGrpSpPr/>
              <p:nvPr/>
            </p:nvGrpSpPr>
            <p:grpSpPr>
              <a:xfrm>
                <a:off x="461225" y="3989700"/>
                <a:ext cx="1480800" cy="1110725"/>
                <a:chOff x="461225" y="3249175"/>
                <a:chExt cx="1480800" cy="1110725"/>
              </a:xfrm>
            </p:grpSpPr>
            <p:sp>
              <p:nvSpPr>
                <p:cNvPr id="811" name="Google Shape;811;p42"/>
                <p:cNvSpPr/>
                <p:nvPr/>
              </p:nvSpPr>
              <p:spPr>
                <a:xfrm>
                  <a:off x="4612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2" name="Google Shape;812;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3" name="Google Shape;813;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4" name="Google Shape;814;p42"/>
                <p:cNvSpPr/>
                <p:nvPr/>
              </p:nvSpPr>
              <p:spPr>
                <a:xfrm>
                  <a:off x="1201625" y="3989700"/>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nvGrpSpPr>
              <p:cNvPr id="815" name="Google Shape;815;p42"/>
              <p:cNvGrpSpPr/>
              <p:nvPr/>
            </p:nvGrpSpPr>
            <p:grpSpPr>
              <a:xfrm>
                <a:off x="831425" y="4360025"/>
                <a:ext cx="1480800" cy="370200"/>
                <a:chOff x="831425" y="3249175"/>
                <a:chExt cx="1480800" cy="370200"/>
              </a:xfrm>
            </p:grpSpPr>
            <p:sp>
              <p:nvSpPr>
                <p:cNvPr id="816" name="Google Shape;816;p42"/>
                <p:cNvSpPr/>
                <p:nvPr/>
              </p:nvSpPr>
              <p:spPr>
                <a:xfrm>
                  <a:off x="8314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7" name="Google Shape;817;p42"/>
                <p:cNvSpPr/>
                <p:nvPr/>
              </p:nvSpPr>
              <p:spPr>
                <a:xfrm>
                  <a:off x="12016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8" name="Google Shape;818;p42"/>
                <p:cNvSpPr/>
                <p:nvPr/>
              </p:nvSpPr>
              <p:spPr>
                <a:xfrm>
                  <a:off x="15718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819" name="Google Shape;819;p42"/>
                <p:cNvSpPr/>
                <p:nvPr/>
              </p:nvSpPr>
              <p:spPr>
                <a:xfrm>
                  <a:off x="1942025" y="324917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grpSp>
        <p:sp>
          <p:nvSpPr>
            <p:cNvPr id="820" name="Google Shape;820;p42"/>
            <p:cNvSpPr/>
            <p:nvPr/>
          </p:nvSpPr>
          <p:spPr>
            <a:xfrm>
              <a:off x="2163900" y="2793625"/>
              <a:ext cx="370200" cy="370200"/>
            </a:xfrm>
            <a:prstGeom prst="rect">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grpSp>
      <p:sp>
        <p:nvSpPr>
          <p:cNvPr id="821" name="Google Shape;821;p42"/>
          <p:cNvSpPr/>
          <p:nvPr>
            <p:ph idx="2" type="pic"/>
          </p:nvPr>
        </p:nvSpPr>
        <p:spPr>
          <a:xfrm>
            <a:off x="1200750" y="984738"/>
            <a:ext cx="1649400" cy="1649400"/>
          </a:xfrm>
          <a:prstGeom prst="ellipse">
            <a:avLst/>
          </a:prstGeom>
          <a:noFill/>
          <a:ln>
            <a:noFill/>
          </a:ln>
        </p:spPr>
      </p:sp>
      <p:sp>
        <p:nvSpPr>
          <p:cNvPr id="822" name="Google Shape;822;p42"/>
          <p:cNvSpPr/>
          <p:nvPr>
            <p:ph idx="3" type="pic"/>
          </p:nvPr>
        </p:nvSpPr>
        <p:spPr>
          <a:xfrm>
            <a:off x="3747300" y="921988"/>
            <a:ext cx="1649400" cy="1649400"/>
          </a:xfrm>
          <a:prstGeom prst="ellipse">
            <a:avLst/>
          </a:prstGeom>
          <a:noFill/>
          <a:ln>
            <a:noFill/>
          </a:ln>
        </p:spPr>
      </p:sp>
      <p:sp>
        <p:nvSpPr>
          <p:cNvPr id="823" name="Google Shape;823;p42"/>
          <p:cNvSpPr/>
          <p:nvPr>
            <p:ph idx="4" type="pic"/>
          </p:nvPr>
        </p:nvSpPr>
        <p:spPr>
          <a:xfrm>
            <a:off x="6080650" y="941438"/>
            <a:ext cx="1649400" cy="1649400"/>
          </a:xfrm>
          <a:prstGeom prst="ellipse">
            <a:avLst/>
          </a:prstGeom>
          <a:noFill/>
          <a:ln>
            <a:noFill/>
          </a:ln>
        </p:spPr>
      </p:sp>
      <p:sp>
        <p:nvSpPr>
          <p:cNvPr id="824" name="Google Shape;824;p42"/>
          <p:cNvSpPr txBox="1"/>
          <p:nvPr>
            <p:ph idx="1" type="subTitle"/>
          </p:nvPr>
        </p:nvSpPr>
        <p:spPr>
          <a:xfrm>
            <a:off x="9477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5" name="Google Shape;825;p42"/>
          <p:cNvSpPr txBox="1"/>
          <p:nvPr>
            <p:ph idx="5" type="title"/>
          </p:nvPr>
        </p:nvSpPr>
        <p:spPr>
          <a:xfrm>
            <a:off x="11118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6" name="Google Shape;826;p42"/>
          <p:cNvSpPr txBox="1"/>
          <p:nvPr>
            <p:ph idx="6" type="subTitle"/>
          </p:nvPr>
        </p:nvSpPr>
        <p:spPr>
          <a:xfrm>
            <a:off x="352860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7" name="Google Shape;827;p42"/>
          <p:cNvSpPr txBox="1"/>
          <p:nvPr>
            <p:ph idx="7" type="title"/>
          </p:nvPr>
        </p:nvSpPr>
        <p:spPr>
          <a:xfrm>
            <a:off x="369270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28" name="Google Shape;828;p42"/>
          <p:cNvSpPr txBox="1"/>
          <p:nvPr>
            <p:ph idx="8" type="subTitle"/>
          </p:nvPr>
        </p:nvSpPr>
        <p:spPr>
          <a:xfrm>
            <a:off x="5861950" y="3353900"/>
            <a:ext cx="2086800" cy="1347600"/>
          </a:xfrm>
          <a:prstGeom prst="rect">
            <a:avLst/>
          </a:prstGeom>
        </p:spPr>
        <p:txBody>
          <a:bodyPr anchorCtr="0" anchor="t" bIns="91425" lIns="91425" spcFirstLastPara="1" rIns="91425" wrap="square" tIns="91425">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
        <p:nvSpPr>
          <p:cNvPr id="829" name="Google Shape;829;p42"/>
          <p:cNvSpPr txBox="1"/>
          <p:nvPr>
            <p:ph idx="9" type="title"/>
          </p:nvPr>
        </p:nvSpPr>
        <p:spPr>
          <a:xfrm>
            <a:off x="6026050" y="3061625"/>
            <a:ext cx="1758600" cy="273300"/>
          </a:xfrm>
          <a:prstGeom prst="rect">
            <a:avLst/>
          </a:prstGeom>
        </p:spPr>
        <p:txBody>
          <a:bodyPr anchorCtr="0" anchor="b" bIns="91425" lIns="91425" spcFirstLastPara="1" rIns="91425" wrap="square" tIns="91425">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p:txBody>
      </p:sp>
      <p:sp>
        <p:nvSpPr>
          <p:cNvPr id="830" name="Google Shape;830;p42"/>
          <p:cNvSpPr txBox="1"/>
          <p:nvPr>
            <p:ph idx="13" type="title"/>
          </p:nvPr>
        </p:nvSpPr>
        <p:spPr>
          <a:xfrm>
            <a:off x="38100" y="93150"/>
            <a:ext cx="1583400" cy="189300"/>
          </a:xfrm>
          <a:prstGeom prst="rect">
            <a:avLst/>
          </a:prstGeom>
        </p:spPr>
        <p:txBody>
          <a:bodyPr anchorCtr="0" anchor="t" bIns="91425" lIns="182875" spcFirstLastPara="1" rIns="91425" wrap="square" tIns="91425">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p:txBody>
      </p:sp>
      <p:sp>
        <p:nvSpPr>
          <p:cNvPr id="831" name="Google Shape;831;p42"/>
          <p:cNvSpPr txBox="1"/>
          <p:nvPr>
            <p:ph idx="14" type="title"/>
          </p:nvPr>
        </p:nvSpPr>
        <p:spPr>
          <a:xfrm>
            <a:off x="228600" y="4774929"/>
            <a:ext cx="1939200" cy="189300"/>
          </a:xfrm>
          <a:prstGeom prst="rect">
            <a:avLst/>
          </a:prstGeom>
        </p:spPr>
        <p:txBody>
          <a:bodyPr anchorCtr="0" anchor="ctr" bIns="0" lIns="0" spcFirstLastPara="1" rIns="0" wrap="square" tIns="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32" name="Shape 832"/>
        <p:cNvGrpSpPr/>
        <p:nvPr/>
      </p:nvGrpSpPr>
      <p:grpSpPr>
        <a:xfrm>
          <a:off x="0" y="0"/>
          <a:ext cx="0" cy="0"/>
          <a:chOff x="0" y="0"/>
          <a:chExt cx="0" cy="0"/>
        </a:xfrm>
      </p:grpSpPr>
      <p:sp>
        <p:nvSpPr>
          <p:cNvPr id="833" name="Google Shape;833;p4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834" name="Google Shape;834;p4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835" name="Shape 835"/>
        <p:cNvGrpSpPr/>
        <p:nvPr/>
      </p:nvGrpSpPr>
      <p:grpSpPr>
        <a:xfrm>
          <a:off x="0" y="0"/>
          <a:ext cx="0" cy="0"/>
          <a:chOff x="0" y="0"/>
          <a:chExt cx="0" cy="0"/>
        </a:xfrm>
      </p:grpSpPr>
      <p:sp>
        <p:nvSpPr>
          <p:cNvPr id="836" name="Google Shape;836;p44"/>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837" name="Shape 837"/>
        <p:cNvGrpSpPr/>
        <p:nvPr/>
      </p:nvGrpSpPr>
      <p:grpSpPr>
        <a:xfrm>
          <a:off x="0" y="0"/>
          <a:ext cx="0" cy="0"/>
          <a:chOff x="0" y="0"/>
          <a:chExt cx="0" cy="0"/>
        </a:xfrm>
      </p:grpSpPr>
      <p:sp>
        <p:nvSpPr>
          <p:cNvPr id="838" name="Google Shape;838;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39" name="Google Shape;839;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840" name="Shape 840"/>
        <p:cNvGrpSpPr/>
        <p:nvPr/>
      </p:nvGrpSpPr>
      <p:grpSpPr>
        <a:xfrm>
          <a:off x="0" y="0"/>
          <a:ext cx="0" cy="0"/>
          <a:chOff x="0" y="0"/>
          <a:chExt cx="0" cy="0"/>
        </a:xfrm>
      </p:grpSpPr>
      <p:sp>
        <p:nvSpPr>
          <p:cNvPr id="841" name="Google Shape;841;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42" name="Google Shape;842;p46"/>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43" name="Google Shape;843;p46"/>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44" name="Shape 844"/>
        <p:cNvGrpSpPr/>
        <p:nvPr/>
      </p:nvGrpSpPr>
      <p:grpSpPr>
        <a:xfrm>
          <a:off x="0" y="0"/>
          <a:ext cx="0" cy="0"/>
          <a:chOff x="0" y="0"/>
          <a:chExt cx="0" cy="0"/>
        </a:xfrm>
      </p:grpSpPr>
      <p:sp>
        <p:nvSpPr>
          <p:cNvPr id="845" name="Google Shape;845;p4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846" name="Shape 846"/>
        <p:cNvGrpSpPr/>
        <p:nvPr/>
      </p:nvGrpSpPr>
      <p:grpSpPr>
        <a:xfrm>
          <a:off x="0" y="0"/>
          <a:ext cx="0" cy="0"/>
          <a:chOff x="0" y="0"/>
          <a:chExt cx="0" cy="0"/>
        </a:xfrm>
      </p:grpSpPr>
      <p:sp>
        <p:nvSpPr>
          <p:cNvPr id="847" name="Google Shape;847;p48"/>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48" name="Google Shape;848;p48"/>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849" name="Shape 849"/>
        <p:cNvGrpSpPr/>
        <p:nvPr/>
      </p:nvGrpSpPr>
      <p:grpSpPr>
        <a:xfrm>
          <a:off x="0" y="0"/>
          <a:ext cx="0" cy="0"/>
          <a:chOff x="0" y="0"/>
          <a:chExt cx="0" cy="0"/>
        </a:xfrm>
      </p:grpSpPr>
      <p:sp>
        <p:nvSpPr>
          <p:cNvPr id="850" name="Google Shape;850;p49"/>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851" name="Shape 851"/>
        <p:cNvGrpSpPr/>
        <p:nvPr/>
      </p:nvGrpSpPr>
      <p:grpSpPr>
        <a:xfrm>
          <a:off x="0" y="0"/>
          <a:ext cx="0" cy="0"/>
          <a:chOff x="0" y="0"/>
          <a:chExt cx="0" cy="0"/>
        </a:xfrm>
      </p:grpSpPr>
      <p:sp>
        <p:nvSpPr>
          <p:cNvPr id="852" name="Google Shape;852;p50"/>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53" name="Google Shape;853;p50"/>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54" name="Google Shape;854;p50"/>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855" name="Shape 855"/>
        <p:cNvGrpSpPr/>
        <p:nvPr/>
      </p:nvGrpSpPr>
      <p:grpSpPr>
        <a:xfrm>
          <a:off x="0" y="0"/>
          <a:ext cx="0" cy="0"/>
          <a:chOff x="0" y="0"/>
          <a:chExt cx="0" cy="0"/>
        </a:xfrm>
      </p:grpSpPr>
      <p:sp>
        <p:nvSpPr>
          <p:cNvPr id="856" name="Google Shape;856;p51"/>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857" name="Shape 857"/>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858" name="Shape 858"/>
        <p:cNvGrpSpPr/>
        <p:nvPr/>
      </p:nvGrpSpPr>
      <p:grpSpPr>
        <a:xfrm>
          <a:off x="0" y="0"/>
          <a:ext cx="0" cy="0"/>
          <a:chOff x="0" y="0"/>
          <a:chExt cx="0" cy="0"/>
        </a:xfrm>
      </p:grpSpPr>
      <p:sp>
        <p:nvSpPr>
          <p:cNvPr id="859" name="Google Shape;859;p53"/>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0" name="Google Shape;860;p53"/>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1" name="Google Shape;861;p53"/>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2" name="Google Shape;862;p53"/>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3" name="Google Shape;863;p53"/>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4" name="Google Shape;864;p53"/>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65" name="Google Shape;865;p53"/>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866" name="Shape 866"/>
        <p:cNvGrpSpPr/>
        <p:nvPr/>
      </p:nvGrpSpPr>
      <p:grpSpPr>
        <a:xfrm>
          <a:off x="0" y="0"/>
          <a:ext cx="0" cy="0"/>
          <a:chOff x="0" y="0"/>
          <a:chExt cx="0" cy="0"/>
        </a:xfrm>
      </p:grpSpPr>
      <p:sp>
        <p:nvSpPr>
          <p:cNvPr id="867" name="Google Shape;867;p5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68" name="Google Shape;868;p54"/>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69" name="Google Shape;869;p54"/>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870" name="Shape 870"/>
        <p:cNvGrpSpPr/>
        <p:nvPr/>
      </p:nvGrpSpPr>
      <p:grpSpPr>
        <a:xfrm>
          <a:off x="0" y="0"/>
          <a:ext cx="0" cy="0"/>
          <a:chOff x="0" y="0"/>
          <a:chExt cx="0" cy="0"/>
        </a:xfrm>
      </p:grpSpPr>
      <p:sp>
        <p:nvSpPr>
          <p:cNvPr id="871" name="Google Shape;871;p55"/>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72" name="Google Shape;872;p55"/>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3" name="Google Shape;873;p55"/>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4" name="Google Shape;874;p55"/>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75" name="Google Shape;875;p55"/>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876" name="Shape 876"/>
        <p:cNvGrpSpPr/>
        <p:nvPr/>
      </p:nvGrpSpPr>
      <p:grpSpPr>
        <a:xfrm>
          <a:off x="0" y="0"/>
          <a:ext cx="0" cy="0"/>
          <a:chOff x="0" y="0"/>
          <a:chExt cx="0" cy="0"/>
        </a:xfrm>
      </p:grpSpPr>
      <p:sp>
        <p:nvSpPr>
          <p:cNvPr id="877" name="Google Shape;877;p56"/>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78" name="Google Shape;878;p56"/>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79" name="Google Shape;879;p56"/>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0" name="Google Shape;880;p56"/>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1" name="Google Shape;881;p56"/>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2" name="Google Shape;882;p56"/>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83" name="Google Shape;883;p56"/>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884" name="Shape 884"/>
        <p:cNvGrpSpPr/>
        <p:nvPr/>
      </p:nvGrpSpPr>
      <p:grpSpPr>
        <a:xfrm>
          <a:off x="0" y="0"/>
          <a:ext cx="0" cy="0"/>
          <a:chOff x="0" y="0"/>
          <a:chExt cx="0" cy="0"/>
        </a:xfrm>
      </p:grpSpPr>
      <p:sp>
        <p:nvSpPr>
          <p:cNvPr id="885" name="Google Shape;885;p57"/>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86" name="Google Shape;886;p57"/>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7" name="Google Shape;887;p57"/>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8" name="Google Shape;888;p57"/>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889" name="Google Shape;889;p57"/>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0" name="Google Shape;890;p57"/>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1" name="Google Shape;891;p57"/>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2" name="Google Shape;892;p57"/>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893" name="Google Shape;893;p57"/>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894" name="Shape 894"/>
        <p:cNvGrpSpPr/>
        <p:nvPr/>
      </p:nvGrpSpPr>
      <p:grpSpPr>
        <a:xfrm>
          <a:off x="0" y="0"/>
          <a:ext cx="0" cy="0"/>
          <a:chOff x="0" y="0"/>
          <a:chExt cx="0" cy="0"/>
        </a:xfrm>
      </p:grpSpPr>
      <p:sp>
        <p:nvSpPr>
          <p:cNvPr id="895" name="Google Shape;895;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6" name="Google Shape;896;p58"/>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897" name="Shape 897"/>
        <p:cNvGrpSpPr/>
        <p:nvPr/>
      </p:nvGrpSpPr>
      <p:grpSpPr>
        <a:xfrm>
          <a:off x="0" y="0"/>
          <a:ext cx="0" cy="0"/>
          <a:chOff x="0" y="0"/>
          <a:chExt cx="0" cy="0"/>
        </a:xfrm>
      </p:grpSpPr>
      <p:sp>
        <p:nvSpPr>
          <p:cNvPr id="898" name="Google Shape;898;p59"/>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899" name="Google Shape;899;p59"/>
          <p:cNvSpPr/>
          <p:nvPr>
            <p:ph idx="2" type="pic"/>
          </p:nvPr>
        </p:nvSpPr>
        <p:spPr>
          <a:xfrm>
            <a:off x="4804825" y="1133300"/>
            <a:ext cx="4027500" cy="2392800"/>
          </a:xfrm>
          <a:prstGeom prst="rect">
            <a:avLst/>
          </a:prstGeom>
          <a:noFill/>
          <a:ln>
            <a:noFill/>
          </a:ln>
        </p:spPr>
      </p:sp>
      <p:sp>
        <p:nvSpPr>
          <p:cNvPr id="900" name="Google Shape;900;p59"/>
          <p:cNvSpPr/>
          <p:nvPr>
            <p:ph idx="3" type="pic"/>
          </p:nvPr>
        </p:nvSpPr>
        <p:spPr>
          <a:xfrm>
            <a:off x="311725" y="1133300"/>
            <a:ext cx="4027500" cy="2392800"/>
          </a:xfrm>
          <a:prstGeom prst="rect">
            <a:avLst/>
          </a:prstGeom>
          <a:noFill/>
          <a:ln>
            <a:noFill/>
          </a:ln>
        </p:spPr>
      </p:sp>
      <p:sp>
        <p:nvSpPr>
          <p:cNvPr id="901" name="Google Shape;901;p59"/>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02" name="Google Shape;902;p5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3" name="Google Shape;903;p59"/>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04" name="Google Shape;904;p59"/>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905" name="Shape 905"/>
        <p:cNvGrpSpPr/>
        <p:nvPr/>
      </p:nvGrpSpPr>
      <p:grpSpPr>
        <a:xfrm>
          <a:off x="0" y="0"/>
          <a:ext cx="0" cy="0"/>
          <a:chOff x="0" y="0"/>
          <a:chExt cx="0" cy="0"/>
        </a:xfrm>
      </p:grpSpPr>
      <p:sp>
        <p:nvSpPr>
          <p:cNvPr id="906" name="Google Shape;906;p60"/>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907" name="Google Shape;907;p60"/>
          <p:cNvSpPr/>
          <p:nvPr>
            <p:ph idx="2" type="pic"/>
          </p:nvPr>
        </p:nvSpPr>
        <p:spPr>
          <a:xfrm>
            <a:off x="6205225" y="1128325"/>
            <a:ext cx="2627100" cy="2273100"/>
          </a:xfrm>
          <a:prstGeom prst="rect">
            <a:avLst/>
          </a:prstGeom>
          <a:noFill/>
          <a:ln>
            <a:noFill/>
          </a:ln>
        </p:spPr>
      </p:sp>
      <p:sp>
        <p:nvSpPr>
          <p:cNvPr id="908" name="Google Shape;908;p60"/>
          <p:cNvSpPr/>
          <p:nvPr>
            <p:ph idx="3" type="pic"/>
          </p:nvPr>
        </p:nvSpPr>
        <p:spPr>
          <a:xfrm>
            <a:off x="311725" y="1128325"/>
            <a:ext cx="2627100" cy="2273100"/>
          </a:xfrm>
          <a:prstGeom prst="rect">
            <a:avLst/>
          </a:prstGeom>
          <a:noFill/>
          <a:ln>
            <a:noFill/>
          </a:ln>
        </p:spPr>
      </p:sp>
      <p:sp>
        <p:nvSpPr>
          <p:cNvPr id="909" name="Google Shape;909;p60"/>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0" name="Google Shape;910;p60"/>
          <p:cNvSpPr/>
          <p:nvPr>
            <p:ph idx="5" type="pic"/>
          </p:nvPr>
        </p:nvSpPr>
        <p:spPr>
          <a:xfrm>
            <a:off x="3255250" y="1128325"/>
            <a:ext cx="2627100" cy="2273100"/>
          </a:xfrm>
          <a:prstGeom prst="rect">
            <a:avLst/>
          </a:prstGeom>
          <a:noFill/>
          <a:ln>
            <a:noFill/>
          </a:ln>
        </p:spPr>
      </p:sp>
      <p:sp>
        <p:nvSpPr>
          <p:cNvPr id="911" name="Google Shape;911;p60"/>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912" name="Google Shape;912;p6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13" name="Google Shape;913;p60"/>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4" name="Google Shape;914;p60"/>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915" name="Google Shape;915;p60"/>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916" name="Shape 916"/>
        <p:cNvGrpSpPr/>
        <p:nvPr/>
      </p:nvGrpSpPr>
      <p:grpSpPr>
        <a:xfrm>
          <a:off x="0" y="0"/>
          <a:ext cx="0" cy="0"/>
          <a:chOff x="0" y="0"/>
          <a:chExt cx="0" cy="0"/>
        </a:xfrm>
      </p:grpSpPr>
      <p:sp>
        <p:nvSpPr>
          <p:cNvPr id="917" name="Google Shape;917;p61"/>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918" name="Shape 918"/>
        <p:cNvGrpSpPr/>
        <p:nvPr/>
      </p:nvGrpSpPr>
      <p:grpSpPr>
        <a:xfrm>
          <a:off x="0" y="0"/>
          <a:ext cx="0" cy="0"/>
          <a:chOff x="0" y="0"/>
          <a:chExt cx="0" cy="0"/>
        </a:xfrm>
      </p:grpSpPr>
      <p:sp>
        <p:nvSpPr>
          <p:cNvPr id="919" name="Google Shape;919;p62"/>
          <p:cNvSpPr/>
          <p:nvPr>
            <p:ph idx="2" type="pic"/>
          </p:nvPr>
        </p:nvSpPr>
        <p:spPr>
          <a:xfrm>
            <a:off x="3389600" y="118913"/>
            <a:ext cx="1643700" cy="1535100"/>
          </a:xfrm>
          <a:prstGeom prst="rect">
            <a:avLst/>
          </a:prstGeom>
          <a:noFill/>
          <a:ln>
            <a:noFill/>
          </a:ln>
        </p:spPr>
      </p:sp>
      <p:sp>
        <p:nvSpPr>
          <p:cNvPr id="920" name="Google Shape;920;p62"/>
          <p:cNvSpPr/>
          <p:nvPr>
            <p:ph idx="3" type="pic"/>
          </p:nvPr>
        </p:nvSpPr>
        <p:spPr>
          <a:xfrm>
            <a:off x="5195935" y="118913"/>
            <a:ext cx="1643700" cy="1535100"/>
          </a:xfrm>
          <a:prstGeom prst="rect">
            <a:avLst/>
          </a:prstGeom>
          <a:noFill/>
          <a:ln>
            <a:noFill/>
          </a:ln>
        </p:spPr>
      </p:sp>
      <p:sp>
        <p:nvSpPr>
          <p:cNvPr id="921" name="Google Shape;921;p62"/>
          <p:cNvSpPr/>
          <p:nvPr>
            <p:ph idx="4" type="pic"/>
          </p:nvPr>
        </p:nvSpPr>
        <p:spPr>
          <a:xfrm>
            <a:off x="7002270" y="118913"/>
            <a:ext cx="1643700" cy="1535100"/>
          </a:xfrm>
          <a:prstGeom prst="rect">
            <a:avLst/>
          </a:prstGeom>
          <a:noFill/>
          <a:ln>
            <a:noFill/>
          </a:ln>
        </p:spPr>
      </p:sp>
      <p:sp>
        <p:nvSpPr>
          <p:cNvPr id="922" name="Google Shape;922;p62"/>
          <p:cNvSpPr/>
          <p:nvPr>
            <p:ph idx="5" type="pic"/>
          </p:nvPr>
        </p:nvSpPr>
        <p:spPr>
          <a:xfrm>
            <a:off x="3389588" y="1804212"/>
            <a:ext cx="1643700" cy="1535100"/>
          </a:xfrm>
          <a:prstGeom prst="rect">
            <a:avLst/>
          </a:prstGeom>
          <a:noFill/>
          <a:ln>
            <a:noFill/>
          </a:ln>
        </p:spPr>
      </p:sp>
      <p:sp>
        <p:nvSpPr>
          <p:cNvPr id="923" name="Google Shape;923;p62"/>
          <p:cNvSpPr/>
          <p:nvPr>
            <p:ph idx="6" type="pic"/>
          </p:nvPr>
        </p:nvSpPr>
        <p:spPr>
          <a:xfrm>
            <a:off x="5195922" y="1804212"/>
            <a:ext cx="1643700" cy="1535100"/>
          </a:xfrm>
          <a:prstGeom prst="rect">
            <a:avLst/>
          </a:prstGeom>
          <a:noFill/>
          <a:ln>
            <a:noFill/>
          </a:ln>
        </p:spPr>
      </p:sp>
      <p:sp>
        <p:nvSpPr>
          <p:cNvPr id="924" name="Google Shape;924;p62"/>
          <p:cNvSpPr/>
          <p:nvPr>
            <p:ph idx="7" type="pic"/>
          </p:nvPr>
        </p:nvSpPr>
        <p:spPr>
          <a:xfrm>
            <a:off x="7002257" y="1804212"/>
            <a:ext cx="1643700" cy="1535100"/>
          </a:xfrm>
          <a:prstGeom prst="rect">
            <a:avLst/>
          </a:prstGeom>
          <a:noFill/>
          <a:ln>
            <a:noFill/>
          </a:ln>
        </p:spPr>
      </p:sp>
      <p:sp>
        <p:nvSpPr>
          <p:cNvPr id="925" name="Google Shape;925;p62"/>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6" name="Google Shape;926;p62"/>
          <p:cNvSpPr/>
          <p:nvPr>
            <p:ph idx="8" type="pic"/>
          </p:nvPr>
        </p:nvSpPr>
        <p:spPr>
          <a:xfrm>
            <a:off x="3389588" y="3489487"/>
            <a:ext cx="1643700" cy="1535100"/>
          </a:xfrm>
          <a:prstGeom prst="rect">
            <a:avLst/>
          </a:prstGeom>
          <a:noFill/>
          <a:ln>
            <a:noFill/>
          </a:ln>
        </p:spPr>
      </p:sp>
      <p:sp>
        <p:nvSpPr>
          <p:cNvPr id="927" name="Google Shape;927;p62"/>
          <p:cNvSpPr/>
          <p:nvPr>
            <p:ph idx="9" type="pic"/>
          </p:nvPr>
        </p:nvSpPr>
        <p:spPr>
          <a:xfrm>
            <a:off x="5195922" y="3489487"/>
            <a:ext cx="1643700" cy="1535100"/>
          </a:xfrm>
          <a:prstGeom prst="rect">
            <a:avLst/>
          </a:prstGeom>
          <a:noFill/>
          <a:ln>
            <a:noFill/>
          </a:ln>
        </p:spPr>
      </p:sp>
      <p:sp>
        <p:nvSpPr>
          <p:cNvPr id="928" name="Google Shape;928;p62"/>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28600" y="1452125"/>
            <a:ext cx="5760600" cy="34602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p:txBody>
      </p:sp>
      <p:sp>
        <p:nvSpPr>
          <p:cNvPr id="52" name="Google Shape;52;p13"/>
          <p:cNvSpPr txBox="1"/>
          <p:nvPr>
            <p:ph type="title"/>
          </p:nvPr>
        </p:nvSpPr>
        <p:spPr>
          <a:xfrm>
            <a:off x="402800" y="197225"/>
            <a:ext cx="6537900" cy="12549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p:txBody>
      </p:sp>
      <p:sp>
        <p:nvSpPr>
          <p:cNvPr id="53" name="Google Shape;53;p13"/>
          <p:cNvSpPr txBox="1"/>
          <p:nvPr>
            <p:ph idx="2" type="body"/>
          </p:nvPr>
        </p:nvSpPr>
        <p:spPr>
          <a:xfrm>
            <a:off x="3439325" y="1502775"/>
            <a:ext cx="5344800" cy="24399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indent="-304800" lvl="1" marL="914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indent="-304800" lvl="2" marL="1371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indent="-304800" lvl="3" marL="1828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indent="-304800" lvl="4" marL="22860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indent="-304800" lvl="5" marL="27432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indent="-304800" lvl="6" marL="32004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indent="-304800" lvl="7" marL="36576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indent="-304800" lvl="8" marL="411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3.xml"/><Relationship Id="rId3" Type="http://schemas.openxmlformats.org/officeDocument/2006/relationships/hyperlink" Target="https://doi.org/10.2147/JMDH.S358733" TargetMode="External"/><Relationship Id="rId4" Type="http://schemas.openxmlformats.org/officeDocument/2006/relationships/hyperlink" Target="https://doi.org/10.2147/JMDH.S358733" TargetMode="External"/><Relationship Id="rId9" Type="http://schemas.openxmlformats.org/officeDocument/2006/relationships/hyperlink" Target="https://doi.org/10.3390/jpm10020021" TargetMode="External"/><Relationship Id="rId5" Type="http://schemas.openxmlformats.org/officeDocument/2006/relationships/hyperlink" Target="https://github.com/YaronBlinder/MIMIC-III_readmission/blob/master/all_data.sql" TargetMode="External"/><Relationship Id="rId6" Type="http://schemas.openxmlformats.org/officeDocument/2006/relationships/hyperlink" Target="https://github.com/YaronBlinder/MIMIC-III_readmission/blob/master/all_data.sql" TargetMode="External"/><Relationship Id="rId7" Type="http://schemas.openxmlformats.org/officeDocument/2006/relationships/hyperlink" Target="https://doi.org/10.1161/CIRCULATIONAHA.115.001593" TargetMode="External"/><Relationship Id="rId8" Type="http://schemas.openxmlformats.org/officeDocument/2006/relationships/hyperlink" Target="https://doi.org/10.1186/s12911-018-0620-z" TargetMode="External"/><Relationship Id="rId11" Type="http://schemas.openxmlformats.org/officeDocument/2006/relationships/hyperlink" Target="https://doi.org/10.2196/13782" TargetMode="External"/><Relationship Id="rId10" Type="http://schemas.openxmlformats.org/officeDocument/2006/relationships/hyperlink" Target="https://doi.org/10.3390/jpm10020021" TargetMode="External"/><Relationship Id="rId13" Type="http://schemas.openxmlformats.org/officeDocument/2006/relationships/hyperlink" Target="https://doi.org/10.1109/bibm58861.2023.10385612" TargetMode="External"/><Relationship Id="rId12" Type="http://schemas.openxmlformats.org/officeDocument/2006/relationships/hyperlink" Target="https://doi.org/10.2196/13782" TargetMode="External"/><Relationship Id="rId15" Type="http://schemas.openxmlformats.org/officeDocument/2006/relationships/hyperlink" Target="https://doi.org/10.3390/encyclopedia3020042" TargetMode="External"/><Relationship Id="rId14" Type="http://schemas.openxmlformats.org/officeDocument/2006/relationships/hyperlink" Target="https://doi.org/10.1109/bibm58861.2023.10385612"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p63"/>
          <p:cNvSpPr txBox="1"/>
          <p:nvPr>
            <p:ph idx="2" type="subTitle"/>
          </p:nvPr>
        </p:nvSpPr>
        <p:spPr>
          <a:xfrm>
            <a:off x="138475" y="228600"/>
            <a:ext cx="2164500" cy="33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latin typeface="Sora"/>
                <a:ea typeface="Sora"/>
                <a:cs typeface="Sora"/>
                <a:sym typeface="Sora"/>
              </a:rPr>
              <a:t>Artificial Intelligence</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Quinn Ramsay &amp;</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Crawford James</a:t>
            </a:r>
            <a:endParaRPr>
              <a:latin typeface="Sora"/>
              <a:ea typeface="Sora"/>
              <a:cs typeface="Sora"/>
              <a:sym typeface="Sora"/>
            </a:endParaRPr>
          </a:p>
          <a:p>
            <a:pPr indent="0" lvl="0" marL="0" rtl="0" algn="l">
              <a:lnSpc>
                <a:spcPct val="115000"/>
              </a:lnSpc>
              <a:spcBef>
                <a:spcPts val="0"/>
              </a:spcBef>
              <a:spcAft>
                <a:spcPts val="0"/>
              </a:spcAft>
              <a:buNone/>
            </a:pPr>
            <a:r>
              <a:rPr lang="en">
                <a:latin typeface="Sora"/>
                <a:ea typeface="Sora"/>
                <a:cs typeface="Sora"/>
                <a:sym typeface="Sora"/>
              </a:rPr>
              <a:t>Fall 2025</a:t>
            </a:r>
            <a:endParaRPr>
              <a:latin typeface="Sora"/>
              <a:ea typeface="Sora"/>
              <a:cs typeface="Sora"/>
              <a:sym typeface="Sora"/>
            </a:endParaRPr>
          </a:p>
        </p:txBody>
      </p:sp>
      <p:sp>
        <p:nvSpPr>
          <p:cNvPr id="934" name="Google Shape;934;p63"/>
          <p:cNvSpPr txBox="1"/>
          <p:nvPr>
            <p:ph type="title"/>
          </p:nvPr>
        </p:nvSpPr>
        <p:spPr>
          <a:xfrm>
            <a:off x="74600" y="2891050"/>
            <a:ext cx="5876700" cy="1440000"/>
          </a:xfrm>
          <a:prstGeom prst="rect">
            <a:avLst/>
          </a:prstGeom>
        </p:spPr>
        <p:txBody>
          <a:bodyPr anchorCtr="0" anchor="b" bIns="91425" lIns="91425" spcFirstLastPara="1" rIns="91425" wrap="square" tIns="91425">
            <a:noAutofit/>
          </a:bodyPr>
          <a:lstStyle/>
          <a:p>
            <a:pPr indent="0" lvl="0" marL="0" rtl="0" algn="l">
              <a:lnSpc>
                <a:spcPct val="100000"/>
              </a:lnSpc>
              <a:spcBef>
                <a:spcPts val="0"/>
              </a:spcBef>
              <a:spcAft>
                <a:spcPts val="0"/>
              </a:spcAft>
              <a:buNone/>
            </a:pPr>
            <a:r>
              <a:rPr lang="en" sz="4800">
                <a:solidFill>
                  <a:schemeClr val="dk2"/>
                </a:solidFill>
              </a:rPr>
              <a:t>30 - Day ICU Readmissions Predictive Modeling</a:t>
            </a:r>
            <a:endParaRPr sz="480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64"/>
          <p:cNvSpPr txBox="1"/>
          <p:nvPr>
            <p:ph idx="2" type="title"/>
          </p:nvPr>
        </p:nvSpPr>
        <p:spPr>
          <a:xfrm>
            <a:off x="115025" y="191700"/>
            <a:ext cx="4183800" cy="531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solidFill>
                  <a:schemeClr val="lt1"/>
                </a:solidFill>
              </a:rPr>
              <a:t>Overview</a:t>
            </a:r>
            <a:endParaRPr sz="2500">
              <a:solidFill>
                <a:schemeClr val="lt1"/>
              </a:solidFill>
            </a:endParaRPr>
          </a:p>
        </p:txBody>
      </p:sp>
      <p:sp>
        <p:nvSpPr>
          <p:cNvPr id="940" name="Google Shape;940;p64"/>
          <p:cNvSpPr txBox="1"/>
          <p:nvPr>
            <p:ph idx="1" type="body"/>
          </p:nvPr>
        </p:nvSpPr>
        <p:spPr>
          <a:xfrm>
            <a:off x="115025" y="759600"/>
            <a:ext cx="5369100" cy="2478000"/>
          </a:xfrm>
          <a:prstGeom prst="rect">
            <a:avLst/>
          </a:prstGeom>
        </p:spPr>
        <p:txBody>
          <a:bodyPr anchorCtr="0" anchor="t" bIns="91425" lIns="91425" spcFirstLastPara="1" rIns="91425" wrap="square" tIns="0">
            <a:noAutofit/>
          </a:bodyPr>
          <a:lstStyle/>
          <a:p>
            <a:pPr indent="-311150" lvl="0" marL="457200" rtl="0" algn="l">
              <a:lnSpc>
                <a:spcPct val="150000"/>
              </a:lnSpc>
              <a:spcBef>
                <a:spcPts val="0"/>
              </a:spcBef>
              <a:spcAft>
                <a:spcPts val="0"/>
              </a:spcAft>
              <a:buSzPts val="1300"/>
              <a:buChar char="❏"/>
            </a:pPr>
            <a:r>
              <a:rPr lang="en" sz="1300">
                <a:latin typeface="Barlow"/>
                <a:ea typeface="Barlow"/>
                <a:cs typeface="Barlow"/>
                <a:sym typeface="Barlow"/>
              </a:rPr>
              <a:t>ICU readmissions are linked to a six to </a:t>
            </a:r>
            <a:r>
              <a:rPr lang="en" sz="1300">
                <a:latin typeface="Barlow"/>
                <a:ea typeface="Barlow"/>
                <a:cs typeface="Barlow"/>
                <a:sym typeface="Barlow"/>
              </a:rPr>
              <a:t>seven fold</a:t>
            </a:r>
            <a:r>
              <a:rPr lang="en" sz="1300">
                <a:latin typeface="Barlow"/>
                <a:ea typeface="Barlow"/>
                <a:cs typeface="Barlow"/>
                <a:sym typeface="Barlow"/>
              </a:rPr>
              <a:t> increase in the odds of death, independent of other patient or hospital related factors. </a:t>
            </a:r>
            <a:endParaRPr sz="1300">
              <a:latin typeface="Barlow"/>
              <a:ea typeface="Barlow"/>
              <a:cs typeface="Barlow"/>
              <a:sym typeface="Barlow"/>
            </a:endParaRPr>
          </a:p>
          <a:p>
            <a:pPr indent="-311150" lvl="0" marL="457200" rtl="0" algn="l">
              <a:lnSpc>
                <a:spcPct val="150000"/>
              </a:lnSpc>
              <a:spcBef>
                <a:spcPts val="0"/>
              </a:spcBef>
              <a:spcAft>
                <a:spcPts val="0"/>
              </a:spcAft>
              <a:buSzPts val="1300"/>
              <a:buFont typeface="Barlow"/>
              <a:buChar char="❏"/>
            </a:pPr>
            <a:r>
              <a:rPr lang="en" sz="1300">
                <a:latin typeface="Barlow"/>
                <a:ea typeface="Barlow"/>
                <a:cs typeface="Barlow"/>
                <a:sym typeface="Barlow"/>
              </a:rPr>
              <a:t>Among Medicare beneficiaries, one in five patients is readmitted within 30 days, and 67% are readmitted within 90 days. </a:t>
            </a:r>
            <a:endParaRPr sz="1300">
              <a:latin typeface="Barlow"/>
              <a:ea typeface="Barlow"/>
              <a:cs typeface="Barlow"/>
              <a:sym typeface="Barlow"/>
            </a:endParaRPr>
          </a:p>
          <a:p>
            <a:pPr indent="-311150" lvl="0" marL="457200" rtl="0" algn="l">
              <a:lnSpc>
                <a:spcPct val="150000"/>
              </a:lnSpc>
              <a:spcBef>
                <a:spcPts val="0"/>
              </a:spcBef>
              <a:spcAft>
                <a:spcPts val="0"/>
              </a:spcAft>
              <a:buSzPts val="1300"/>
              <a:buFont typeface="Barlow"/>
              <a:buChar char="❏"/>
            </a:pPr>
            <a:r>
              <a:rPr lang="en" sz="1300">
                <a:latin typeface="Barlow"/>
                <a:ea typeface="Barlow"/>
                <a:cs typeface="Barlow"/>
                <a:sym typeface="Barlow"/>
              </a:rPr>
              <a:t> In 2004 alone, avoidable Medicare readmissions cost more than $17 billion.</a:t>
            </a:r>
            <a:endParaRPr sz="1300">
              <a:latin typeface="Barlow"/>
              <a:ea typeface="Barlow"/>
              <a:cs typeface="Barlow"/>
              <a:sym typeface="Barlow"/>
            </a:endParaRPr>
          </a:p>
          <a:p>
            <a:pPr indent="-311150" lvl="0" marL="457200" rtl="0" algn="l">
              <a:lnSpc>
                <a:spcPct val="150000"/>
              </a:lnSpc>
              <a:spcBef>
                <a:spcPts val="0"/>
              </a:spcBef>
              <a:spcAft>
                <a:spcPts val="0"/>
              </a:spcAft>
              <a:buSzPts val="1300"/>
              <a:buFont typeface="Barlow"/>
              <a:buChar char="❏"/>
            </a:pPr>
            <a:r>
              <a:rPr lang="en" sz="1300">
                <a:latin typeface="Barlow"/>
                <a:ea typeface="Barlow"/>
                <a:cs typeface="Barlow"/>
                <a:sym typeface="Barlow"/>
              </a:rPr>
              <a:t>Nationally, the annual cost of patient readmissions exceeds $52.4 billion, with an average cost of approximately $15,200 per readmission.</a:t>
            </a:r>
            <a:endParaRPr sz="1300">
              <a:latin typeface="Barlow"/>
              <a:ea typeface="Barlow"/>
              <a:cs typeface="Barlow"/>
              <a:sym typeface="Barlow"/>
            </a:endParaRPr>
          </a:p>
          <a:p>
            <a:pPr indent="0" lvl="0" marL="457200" rtl="0" algn="l">
              <a:lnSpc>
                <a:spcPct val="150000"/>
              </a:lnSpc>
              <a:spcBef>
                <a:spcPts val="0"/>
              </a:spcBef>
              <a:spcAft>
                <a:spcPts val="0"/>
              </a:spcAft>
              <a:buNone/>
            </a:pPr>
            <a:r>
              <a:t/>
            </a:r>
            <a:endParaRPr sz="1300">
              <a:latin typeface="Barlow"/>
              <a:ea typeface="Barlow"/>
              <a:cs typeface="Barlow"/>
              <a:sym typeface="Barlo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4" name="Shape 944"/>
        <p:cNvGrpSpPr/>
        <p:nvPr/>
      </p:nvGrpSpPr>
      <p:grpSpPr>
        <a:xfrm>
          <a:off x="0" y="0"/>
          <a:ext cx="0" cy="0"/>
          <a:chOff x="0" y="0"/>
          <a:chExt cx="0" cy="0"/>
        </a:xfrm>
      </p:grpSpPr>
      <p:sp>
        <p:nvSpPr>
          <p:cNvPr id="945" name="Google Shape;945;p65"/>
          <p:cNvSpPr txBox="1"/>
          <p:nvPr>
            <p:ph idx="4294967295" type="title"/>
          </p:nvPr>
        </p:nvSpPr>
        <p:spPr>
          <a:xfrm>
            <a:off x="115025" y="233250"/>
            <a:ext cx="4183800" cy="447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solidFill>
                  <a:schemeClr val="lt1"/>
                </a:solidFill>
              </a:rPr>
              <a:t>The Dataset</a:t>
            </a:r>
            <a:endParaRPr sz="2500">
              <a:solidFill>
                <a:schemeClr val="lt1"/>
              </a:solidFill>
            </a:endParaRPr>
          </a:p>
        </p:txBody>
      </p:sp>
      <p:sp>
        <p:nvSpPr>
          <p:cNvPr id="946" name="Google Shape;946;p65"/>
          <p:cNvSpPr txBox="1"/>
          <p:nvPr>
            <p:ph idx="4294967295" type="body"/>
          </p:nvPr>
        </p:nvSpPr>
        <p:spPr>
          <a:xfrm>
            <a:off x="115025" y="681150"/>
            <a:ext cx="7109100" cy="24780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1200"/>
              </a:spcBef>
              <a:spcAft>
                <a:spcPts val="0"/>
              </a:spcAft>
              <a:buSzPts val="1300"/>
              <a:buChar char="❏"/>
            </a:pPr>
            <a:r>
              <a:rPr lang="en" sz="1300">
                <a:latin typeface="Barlow"/>
                <a:ea typeface="Barlow"/>
                <a:cs typeface="Barlow"/>
                <a:sym typeface="Barlow"/>
              </a:rPr>
              <a:t>The MIMIC-IV dataset, version 3.1, available through PhysioNet, was selected for this project. </a:t>
            </a:r>
            <a:endParaRPr sz="1300">
              <a:latin typeface="Barlow"/>
              <a:ea typeface="Barlow"/>
              <a:cs typeface="Barlow"/>
              <a:sym typeface="Barlow"/>
            </a:endParaRPr>
          </a:p>
          <a:p>
            <a:pPr indent="-311150" lvl="0" marL="457200" rtl="0" algn="l">
              <a:lnSpc>
                <a:spcPct val="150000"/>
              </a:lnSpc>
              <a:spcBef>
                <a:spcPts val="0"/>
              </a:spcBef>
              <a:spcAft>
                <a:spcPts val="0"/>
              </a:spcAft>
              <a:buSzPts val="1300"/>
              <a:buFont typeface="Barlow"/>
              <a:buChar char="❏"/>
            </a:pPr>
            <a:r>
              <a:rPr lang="en" sz="1300">
                <a:latin typeface="Barlow"/>
                <a:ea typeface="Barlow"/>
                <a:cs typeface="Barlow"/>
                <a:sym typeface="Barlow"/>
              </a:rPr>
              <a:t>The Medical Information Mart for Intensive Care (MIMIC-IV) is a large, de-identified dataset containing information on patients admitted to the emergency department (ED) or an intensive care unit (ICU) at the Beth Israel Deaconess Medical Center in Boston, Massachusetts.</a:t>
            </a:r>
            <a:endParaRPr sz="1300">
              <a:latin typeface="Barlow"/>
              <a:ea typeface="Barlow"/>
              <a:cs typeface="Barlow"/>
              <a:sym typeface="Barlow"/>
            </a:endParaRPr>
          </a:p>
          <a:p>
            <a:pPr indent="-311150" lvl="0" marL="457200" rtl="0" algn="l">
              <a:lnSpc>
                <a:spcPct val="150000"/>
              </a:lnSpc>
              <a:spcBef>
                <a:spcPts val="0"/>
              </a:spcBef>
              <a:spcAft>
                <a:spcPts val="0"/>
              </a:spcAft>
              <a:buSzPts val="1300"/>
              <a:buFont typeface="Barlow"/>
              <a:buChar char="❏"/>
            </a:pPr>
            <a:r>
              <a:rPr lang="en" sz="1300">
                <a:latin typeface="Barlow"/>
                <a:ea typeface="Barlow"/>
                <a:cs typeface="Barlow"/>
                <a:sym typeface="Barlow"/>
              </a:rPr>
              <a:t>It includes hospital and critical care records for patients admitted between 2008 and 2022, encompassing more than 65,000 ICU admissions and over 200,000 ED visits.</a:t>
            </a:r>
            <a:endParaRPr sz="1300">
              <a:latin typeface="Barlow"/>
              <a:ea typeface="Barlow"/>
              <a:cs typeface="Barlow"/>
              <a:sym typeface="Barlow"/>
            </a:endParaRPr>
          </a:p>
          <a:p>
            <a:pPr indent="-311150" lvl="0" marL="457200" rtl="0" algn="l">
              <a:lnSpc>
                <a:spcPct val="150000"/>
              </a:lnSpc>
              <a:spcBef>
                <a:spcPts val="0"/>
              </a:spcBef>
              <a:spcAft>
                <a:spcPts val="0"/>
              </a:spcAft>
              <a:buSzPts val="1300"/>
              <a:buFont typeface="Barlow"/>
              <a:buChar char="❏"/>
            </a:pPr>
            <a:r>
              <a:rPr lang="en" sz="1300">
                <a:latin typeface="Barlow"/>
                <a:ea typeface="Barlow"/>
                <a:cs typeface="Barlow"/>
                <a:sym typeface="Barlow"/>
              </a:rPr>
              <a:t>MIMIC-IV is organized into two main components: ICU and HOSP</a:t>
            </a:r>
            <a:endParaRPr sz="1300">
              <a:latin typeface="Barlow"/>
              <a:ea typeface="Barlow"/>
              <a:cs typeface="Barlow"/>
              <a:sym typeface="Barlow"/>
            </a:endParaRPr>
          </a:p>
          <a:p>
            <a:pPr indent="-311150" lvl="0" marL="457200" rtl="0" algn="l">
              <a:lnSpc>
                <a:spcPct val="150000"/>
              </a:lnSpc>
              <a:spcBef>
                <a:spcPts val="0"/>
              </a:spcBef>
              <a:spcAft>
                <a:spcPts val="0"/>
              </a:spcAft>
              <a:buSzPts val="1300"/>
              <a:buFont typeface="Barlow"/>
              <a:buChar char="❏"/>
            </a:pPr>
            <a:r>
              <a:rPr lang="en" sz="1300">
                <a:latin typeface="Barlow"/>
                <a:ea typeface="Barlow"/>
                <a:cs typeface="Barlow"/>
                <a:sym typeface="Barlow"/>
              </a:rPr>
              <a:t>The HOSP module contains hospital-wide data extracted from electronic health records, including demographics, admissions, and laboratory results.</a:t>
            </a:r>
            <a:endParaRPr sz="1300">
              <a:latin typeface="Barlow"/>
              <a:ea typeface="Barlow"/>
              <a:cs typeface="Barlow"/>
              <a:sym typeface="Barlow"/>
            </a:endParaRPr>
          </a:p>
          <a:p>
            <a:pPr indent="-311150" lvl="0" marL="457200" rtl="0" algn="l">
              <a:lnSpc>
                <a:spcPct val="150000"/>
              </a:lnSpc>
              <a:spcBef>
                <a:spcPts val="0"/>
              </a:spcBef>
              <a:spcAft>
                <a:spcPts val="0"/>
              </a:spcAft>
              <a:buSzPts val="1300"/>
              <a:buFont typeface="Barlow"/>
              <a:buChar char="❏"/>
            </a:pPr>
            <a:r>
              <a:rPr lang="en" sz="1300">
                <a:latin typeface="Barlow"/>
                <a:ea typeface="Barlow"/>
                <a:cs typeface="Barlow"/>
                <a:sym typeface="Barlow"/>
              </a:rPr>
              <a:t>The ICU module provides detailed clinical information such as vital signs, medications, and fluid inputs. </a:t>
            </a:r>
            <a:endParaRPr sz="1300">
              <a:latin typeface="Barlow"/>
              <a:ea typeface="Barlow"/>
              <a:cs typeface="Barlow"/>
              <a:sym typeface="Barlow"/>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66"/>
          <p:cNvSpPr txBox="1"/>
          <p:nvPr>
            <p:ph idx="2" type="title"/>
          </p:nvPr>
        </p:nvSpPr>
        <p:spPr>
          <a:xfrm>
            <a:off x="115025" y="191700"/>
            <a:ext cx="3941700" cy="531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2500"/>
              <a:t>Parameters</a:t>
            </a:r>
            <a:endParaRPr sz="2500"/>
          </a:p>
        </p:txBody>
      </p:sp>
      <p:sp>
        <p:nvSpPr>
          <p:cNvPr id="952" name="Google Shape;952;p66"/>
          <p:cNvSpPr txBox="1"/>
          <p:nvPr>
            <p:ph idx="4294967295" type="body"/>
          </p:nvPr>
        </p:nvSpPr>
        <p:spPr>
          <a:xfrm>
            <a:off x="115025" y="765900"/>
            <a:ext cx="7109100" cy="24780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Barlow"/>
              <a:buChar char="❏"/>
            </a:pPr>
            <a:r>
              <a:rPr b="1" lang="en" sz="1300">
                <a:latin typeface="Barlow"/>
                <a:ea typeface="Barlow"/>
                <a:cs typeface="Barlow"/>
                <a:sym typeface="Barlow"/>
              </a:rPr>
              <a:t>ICU Stay</a:t>
            </a:r>
            <a:endParaRPr b="1" sz="1300">
              <a:latin typeface="Barlow"/>
              <a:ea typeface="Barlow"/>
              <a:cs typeface="Barlow"/>
              <a:sym typeface="Barlow"/>
            </a:endParaRPr>
          </a:p>
          <a:p>
            <a:pPr indent="457200" lvl="0" marL="457200" rtl="0" algn="l">
              <a:spcBef>
                <a:spcPts val="0"/>
              </a:spcBef>
              <a:spcAft>
                <a:spcPts val="0"/>
              </a:spcAft>
              <a:buNone/>
            </a:pPr>
            <a:r>
              <a:rPr lang="en" sz="1300">
                <a:latin typeface="Barlow"/>
                <a:ea typeface="Barlow"/>
                <a:cs typeface="Barlow"/>
                <a:sym typeface="Barlow"/>
              </a:rPr>
              <a:t>length_of_stay, hospital_days, los_category</a:t>
            </a:r>
            <a:endParaRPr sz="1300">
              <a:latin typeface="Barlow"/>
              <a:ea typeface="Barlow"/>
              <a:cs typeface="Barlow"/>
              <a:sym typeface="Barlow"/>
            </a:endParaRPr>
          </a:p>
          <a:p>
            <a:pPr indent="-311150" lvl="0" marL="457200" rtl="0" algn="l">
              <a:spcBef>
                <a:spcPts val="0"/>
              </a:spcBef>
              <a:spcAft>
                <a:spcPts val="0"/>
              </a:spcAft>
              <a:buSzPts val="1300"/>
              <a:buFont typeface="Barlow"/>
              <a:buChar char="❏"/>
            </a:pPr>
            <a:r>
              <a:rPr b="1" lang="en" sz="1300">
                <a:latin typeface="Barlow"/>
                <a:ea typeface="Barlow"/>
                <a:cs typeface="Barlow"/>
                <a:sym typeface="Barlow"/>
              </a:rPr>
              <a:t>Demographics</a:t>
            </a:r>
            <a:endParaRPr b="1" sz="1300">
              <a:latin typeface="Barlow"/>
              <a:ea typeface="Barlow"/>
              <a:cs typeface="Barlow"/>
              <a:sym typeface="Barlow"/>
            </a:endParaRPr>
          </a:p>
          <a:p>
            <a:pPr indent="457200" lvl="0" marL="457200" rtl="0" algn="l">
              <a:spcBef>
                <a:spcPts val="0"/>
              </a:spcBef>
              <a:spcAft>
                <a:spcPts val="0"/>
              </a:spcAft>
              <a:buNone/>
            </a:pPr>
            <a:r>
              <a:rPr lang="en" sz="1300">
                <a:latin typeface="Barlow"/>
                <a:ea typeface="Barlow"/>
                <a:cs typeface="Barlow"/>
                <a:sym typeface="Barlow"/>
              </a:rPr>
              <a:t>age, gender</a:t>
            </a:r>
            <a:endParaRPr sz="1300">
              <a:latin typeface="Barlow"/>
              <a:ea typeface="Barlow"/>
              <a:cs typeface="Barlow"/>
              <a:sym typeface="Barlow"/>
            </a:endParaRPr>
          </a:p>
          <a:p>
            <a:pPr indent="-311150" lvl="0" marL="457200" rtl="0" algn="l">
              <a:spcBef>
                <a:spcPts val="0"/>
              </a:spcBef>
              <a:spcAft>
                <a:spcPts val="0"/>
              </a:spcAft>
              <a:buSzPts val="1300"/>
              <a:buFont typeface="Barlow"/>
              <a:buChar char="❏"/>
            </a:pPr>
            <a:r>
              <a:rPr b="1" lang="en" sz="1300">
                <a:latin typeface="Barlow"/>
                <a:ea typeface="Barlow"/>
                <a:cs typeface="Barlow"/>
                <a:sym typeface="Barlow"/>
              </a:rPr>
              <a:t>Severity &amp; Risk</a:t>
            </a:r>
            <a:endParaRPr b="1" sz="1300">
              <a:latin typeface="Barlow"/>
              <a:ea typeface="Barlow"/>
              <a:cs typeface="Barlow"/>
              <a:sym typeface="Barlow"/>
            </a:endParaRPr>
          </a:p>
          <a:p>
            <a:pPr indent="457200" lvl="0" marL="457200" rtl="0" algn="l">
              <a:spcBef>
                <a:spcPts val="0"/>
              </a:spcBef>
              <a:spcAft>
                <a:spcPts val="0"/>
              </a:spcAft>
              <a:buNone/>
            </a:pPr>
            <a:r>
              <a:rPr lang="en" sz="1300">
                <a:latin typeface="Barlow"/>
                <a:ea typeface="Barlow"/>
                <a:cs typeface="Barlow"/>
                <a:sym typeface="Barlow"/>
              </a:rPr>
              <a:t>drg_severity, drg_mortality</a:t>
            </a:r>
            <a:endParaRPr sz="1300">
              <a:latin typeface="Barlow"/>
              <a:ea typeface="Barlow"/>
              <a:cs typeface="Barlow"/>
              <a:sym typeface="Barlow"/>
            </a:endParaRPr>
          </a:p>
          <a:p>
            <a:pPr indent="-311150" lvl="0" marL="457200" rtl="0" algn="l">
              <a:spcBef>
                <a:spcPts val="0"/>
              </a:spcBef>
              <a:spcAft>
                <a:spcPts val="0"/>
              </a:spcAft>
              <a:buSzPts val="1300"/>
              <a:buFont typeface="Barlow"/>
              <a:buChar char="❏"/>
            </a:pPr>
            <a:r>
              <a:rPr b="1" lang="en" sz="1300">
                <a:latin typeface="Barlow"/>
                <a:ea typeface="Barlow"/>
                <a:cs typeface="Barlow"/>
                <a:sym typeface="Barlow"/>
              </a:rPr>
              <a:t>Admission &amp; Discharge</a:t>
            </a:r>
            <a:endParaRPr b="1" sz="1300">
              <a:latin typeface="Barlow"/>
              <a:ea typeface="Barlow"/>
              <a:cs typeface="Barlow"/>
              <a:sym typeface="Barlow"/>
            </a:endParaRPr>
          </a:p>
          <a:p>
            <a:pPr indent="457200" lvl="0" marL="457200" rtl="0" algn="l">
              <a:spcBef>
                <a:spcPts val="0"/>
              </a:spcBef>
              <a:spcAft>
                <a:spcPts val="0"/>
              </a:spcAft>
              <a:buNone/>
            </a:pPr>
            <a:r>
              <a:rPr lang="en" sz="1300">
                <a:latin typeface="Barlow"/>
                <a:ea typeface="Barlow"/>
                <a:cs typeface="Barlow"/>
                <a:sym typeface="Barlow"/>
              </a:rPr>
              <a:t>admission_type, admission_location, discharge_location</a:t>
            </a:r>
            <a:endParaRPr sz="1300">
              <a:latin typeface="Barlow"/>
              <a:ea typeface="Barlow"/>
              <a:cs typeface="Barlow"/>
              <a:sym typeface="Barlow"/>
            </a:endParaRPr>
          </a:p>
          <a:p>
            <a:pPr indent="-311150" lvl="0" marL="457200" rtl="0" algn="l">
              <a:spcBef>
                <a:spcPts val="0"/>
              </a:spcBef>
              <a:spcAft>
                <a:spcPts val="0"/>
              </a:spcAft>
              <a:buSzPts val="1300"/>
              <a:buFont typeface="Barlow"/>
              <a:buChar char="❏"/>
            </a:pPr>
            <a:r>
              <a:rPr b="1" lang="en" sz="1300">
                <a:latin typeface="Barlow"/>
                <a:ea typeface="Barlow"/>
                <a:cs typeface="Barlow"/>
                <a:sym typeface="Barlow"/>
              </a:rPr>
              <a:t>Medical History &amp; Complexity</a:t>
            </a:r>
            <a:endParaRPr b="1" sz="1300">
              <a:latin typeface="Barlow"/>
              <a:ea typeface="Barlow"/>
              <a:cs typeface="Barlow"/>
              <a:sym typeface="Barlow"/>
            </a:endParaRPr>
          </a:p>
          <a:p>
            <a:pPr indent="457200" lvl="0" marL="457200" rtl="0" algn="l">
              <a:spcBef>
                <a:spcPts val="0"/>
              </a:spcBef>
              <a:spcAft>
                <a:spcPts val="0"/>
              </a:spcAft>
              <a:buNone/>
            </a:pPr>
            <a:r>
              <a:rPr lang="en" sz="1300">
                <a:latin typeface="Barlow"/>
                <a:ea typeface="Barlow"/>
                <a:cs typeface="Barlow"/>
                <a:sym typeface="Barlow"/>
              </a:rPr>
              <a:t>prior_icu_admits_last_year, days_since_last_icu, num_procedures, num_diagnoses</a:t>
            </a:r>
            <a:endParaRPr sz="1300">
              <a:latin typeface="Barlow"/>
              <a:ea typeface="Barlow"/>
              <a:cs typeface="Barlow"/>
              <a:sym typeface="Barlow"/>
            </a:endParaRPr>
          </a:p>
          <a:p>
            <a:pPr indent="-311150" lvl="0" marL="457200" rtl="0" algn="l">
              <a:spcBef>
                <a:spcPts val="0"/>
              </a:spcBef>
              <a:spcAft>
                <a:spcPts val="0"/>
              </a:spcAft>
              <a:buSzPts val="1300"/>
              <a:buFont typeface="Barlow"/>
              <a:buChar char="❏"/>
            </a:pPr>
            <a:r>
              <a:rPr b="1" lang="en" sz="1300">
                <a:latin typeface="Barlow"/>
                <a:ea typeface="Barlow"/>
                <a:cs typeface="Barlow"/>
                <a:sym typeface="Barlow"/>
              </a:rPr>
              <a:t>Comorbidities</a:t>
            </a:r>
            <a:endParaRPr b="1" sz="1300">
              <a:latin typeface="Barlow"/>
              <a:ea typeface="Barlow"/>
              <a:cs typeface="Barlow"/>
              <a:sym typeface="Barlow"/>
            </a:endParaRPr>
          </a:p>
          <a:p>
            <a:pPr indent="457200" lvl="0" marL="457200" rtl="0" algn="l">
              <a:spcBef>
                <a:spcPts val="0"/>
              </a:spcBef>
              <a:spcAft>
                <a:spcPts val="0"/>
              </a:spcAft>
              <a:buNone/>
            </a:pPr>
            <a:r>
              <a:rPr lang="en" sz="1300">
                <a:latin typeface="Barlow"/>
                <a:ea typeface="Barlow"/>
                <a:cs typeface="Barlow"/>
                <a:sym typeface="Barlow"/>
              </a:rPr>
              <a:t>chf, cad, diabetes, copd, ckd, afib, cancer</a:t>
            </a:r>
            <a:endParaRPr sz="1300">
              <a:latin typeface="Barlow"/>
              <a:ea typeface="Barlow"/>
              <a:cs typeface="Barlow"/>
              <a:sym typeface="Barlow"/>
            </a:endParaRPr>
          </a:p>
          <a:p>
            <a:pPr indent="-311150" lvl="0" marL="457200" rtl="0" algn="l">
              <a:spcBef>
                <a:spcPts val="0"/>
              </a:spcBef>
              <a:spcAft>
                <a:spcPts val="0"/>
              </a:spcAft>
              <a:buSzPts val="1300"/>
              <a:buFont typeface="Barlow"/>
              <a:buChar char="❏"/>
            </a:pPr>
            <a:r>
              <a:rPr b="1" lang="en" sz="1300">
                <a:latin typeface="Barlow"/>
                <a:ea typeface="Barlow"/>
                <a:cs typeface="Barlow"/>
                <a:sym typeface="Barlow"/>
              </a:rPr>
              <a:t>Labs, Procedures &amp; Pharmacy</a:t>
            </a:r>
            <a:endParaRPr b="1" sz="1300">
              <a:latin typeface="Barlow"/>
              <a:ea typeface="Barlow"/>
              <a:cs typeface="Barlow"/>
              <a:sym typeface="Barlow"/>
            </a:endParaRPr>
          </a:p>
          <a:p>
            <a:pPr indent="0" lvl="0" marL="914400" rtl="0" algn="l">
              <a:spcBef>
                <a:spcPts val="0"/>
              </a:spcBef>
              <a:spcAft>
                <a:spcPts val="0"/>
              </a:spcAft>
              <a:buNone/>
            </a:pPr>
            <a:r>
              <a:rPr lang="en" sz="1300">
                <a:latin typeface="Barlow"/>
                <a:ea typeface="Barlow"/>
                <a:cs typeface="Barlow"/>
                <a:sym typeface="Barlow"/>
              </a:rPr>
              <a:t>num_specimens, total_lab_events, num_icd_procedures, num_micro_tests, num_lab_items, max_diagnosis_seq, num_unique_icd_codes, num_unique_procedure_codes, num_unique_micro_tests, num_organisms_identified, num_pharmacy_items, total_med_administrations, has_infection</a:t>
            </a:r>
            <a:endParaRPr sz="1300">
              <a:latin typeface="Barlow"/>
              <a:ea typeface="Barlow"/>
              <a:cs typeface="Barlow"/>
              <a:sym typeface="Barlow"/>
            </a:endParaRPr>
          </a:p>
          <a:p>
            <a:pPr indent="0" lvl="0" marL="914400" rtl="0" algn="l">
              <a:lnSpc>
                <a:spcPct val="150000"/>
              </a:lnSpc>
              <a:spcBef>
                <a:spcPts val="1200"/>
              </a:spcBef>
              <a:spcAft>
                <a:spcPts val="1200"/>
              </a:spcAft>
              <a:buNone/>
            </a:pPr>
            <a:r>
              <a:t/>
            </a:r>
            <a:endParaRPr sz="1300">
              <a:latin typeface="Barlow"/>
              <a:ea typeface="Barlow"/>
              <a:cs typeface="Barlow"/>
              <a:sym typeface="Barlow"/>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56" name="Shape 956"/>
        <p:cNvGrpSpPr/>
        <p:nvPr/>
      </p:nvGrpSpPr>
      <p:grpSpPr>
        <a:xfrm>
          <a:off x="0" y="0"/>
          <a:ext cx="0" cy="0"/>
          <a:chOff x="0" y="0"/>
          <a:chExt cx="0" cy="0"/>
        </a:xfrm>
      </p:grpSpPr>
      <p:sp>
        <p:nvSpPr>
          <p:cNvPr id="957" name="Google Shape;957;p67"/>
          <p:cNvSpPr/>
          <p:nvPr/>
        </p:nvSpPr>
        <p:spPr>
          <a:xfrm>
            <a:off x="3568650" y="1068125"/>
            <a:ext cx="2006700" cy="34779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8" name="Google Shape;958;p67"/>
          <p:cNvSpPr/>
          <p:nvPr/>
        </p:nvSpPr>
        <p:spPr>
          <a:xfrm>
            <a:off x="5907594" y="1068125"/>
            <a:ext cx="2006700" cy="34779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59" name="Google Shape;959;p67"/>
          <p:cNvSpPr/>
          <p:nvPr/>
        </p:nvSpPr>
        <p:spPr>
          <a:xfrm>
            <a:off x="1229688" y="1068500"/>
            <a:ext cx="2006700" cy="3477900"/>
          </a:xfrm>
          <a:prstGeom prst="roundRect">
            <a:avLst>
              <a:gd fmla="val 50000" name="adj"/>
            </a:avLst>
          </a:prstGeom>
          <a:no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Sora"/>
              <a:ea typeface="Sora"/>
              <a:cs typeface="Sora"/>
              <a:sym typeface="Sora"/>
            </a:endParaRPr>
          </a:p>
        </p:txBody>
      </p:sp>
      <p:sp>
        <p:nvSpPr>
          <p:cNvPr id="960" name="Google Shape;960;p67"/>
          <p:cNvSpPr txBox="1"/>
          <p:nvPr>
            <p:ph type="title"/>
          </p:nvPr>
        </p:nvSpPr>
        <p:spPr>
          <a:xfrm>
            <a:off x="506700" y="384750"/>
            <a:ext cx="1823100" cy="390300"/>
          </a:xfrm>
          <a:prstGeom prst="rect">
            <a:avLst/>
          </a:prstGeom>
        </p:spPr>
        <p:txBody>
          <a:bodyPr anchorCtr="0" anchor="ctr" bIns="91425" lIns="182875" spcFirstLastPara="1" rIns="91425" wrap="square" tIns="91425">
            <a:noAutofit/>
          </a:bodyPr>
          <a:lstStyle/>
          <a:p>
            <a:pPr indent="0" lvl="0" marL="0" rtl="0" algn="l">
              <a:spcBef>
                <a:spcPts val="0"/>
              </a:spcBef>
              <a:spcAft>
                <a:spcPts val="0"/>
              </a:spcAft>
              <a:buNone/>
            </a:pPr>
            <a:r>
              <a:rPr lang="en">
                <a:solidFill>
                  <a:schemeClr val="lt1"/>
                </a:solidFill>
              </a:rPr>
              <a:t>Methods</a:t>
            </a:r>
            <a:endParaRPr>
              <a:solidFill>
                <a:schemeClr val="lt1"/>
              </a:solidFill>
            </a:endParaRPr>
          </a:p>
        </p:txBody>
      </p:sp>
      <p:sp>
        <p:nvSpPr>
          <p:cNvPr id="961" name="Google Shape;961;p67"/>
          <p:cNvSpPr txBox="1"/>
          <p:nvPr>
            <p:ph idx="13" type="subTitle"/>
          </p:nvPr>
        </p:nvSpPr>
        <p:spPr>
          <a:xfrm>
            <a:off x="1450788" y="1810875"/>
            <a:ext cx="1564500" cy="45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Logistic Regression</a:t>
            </a:r>
            <a:endParaRPr>
              <a:solidFill>
                <a:schemeClr val="lt1"/>
              </a:solidFill>
            </a:endParaRPr>
          </a:p>
        </p:txBody>
      </p:sp>
      <p:sp>
        <p:nvSpPr>
          <p:cNvPr id="962" name="Google Shape;962;p67"/>
          <p:cNvSpPr txBox="1"/>
          <p:nvPr>
            <p:ph idx="3" type="subTitle"/>
          </p:nvPr>
        </p:nvSpPr>
        <p:spPr>
          <a:xfrm>
            <a:off x="1450800" y="2306200"/>
            <a:ext cx="1564500" cy="164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67"/>
          <p:cNvSpPr txBox="1"/>
          <p:nvPr>
            <p:ph idx="2" type="subTitle"/>
          </p:nvPr>
        </p:nvSpPr>
        <p:spPr>
          <a:xfrm>
            <a:off x="3789750" y="1877700"/>
            <a:ext cx="1564500" cy="45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lt1"/>
                </a:solidFill>
              </a:rPr>
              <a:t>Random Forest</a:t>
            </a:r>
            <a:endParaRPr>
              <a:solidFill>
                <a:schemeClr val="lt1"/>
              </a:solidFill>
            </a:endParaRPr>
          </a:p>
        </p:txBody>
      </p:sp>
      <p:sp>
        <p:nvSpPr>
          <p:cNvPr id="964" name="Google Shape;964;p67"/>
          <p:cNvSpPr txBox="1"/>
          <p:nvPr>
            <p:ph idx="5" type="subTitle"/>
          </p:nvPr>
        </p:nvSpPr>
        <p:spPr>
          <a:xfrm>
            <a:off x="3789757" y="2330400"/>
            <a:ext cx="1564500" cy="164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67"/>
          <p:cNvSpPr txBox="1"/>
          <p:nvPr>
            <p:ph idx="4" type="subTitle"/>
          </p:nvPr>
        </p:nvSpPr>
        <p:spPr>
          <a:xfrm>
            <a:off x="6128694" y="1839600"/>
            <a:ext cx="1564500" cy="45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lt1"/>
                </a:solidFill>
              </a:rPr>
              <a:t>XGBoost</a:t>
            </a:r>
            <a:endParaRPr sz="1300">
              <a:solidFill>
                <a:schemeClr val="lt1"/>
              </a:solidFill>
            </a:endParaRPr>
          </a:p>
        </p:txBody>
      </p:sp>
      <p:sp>
        <p:nvSpPr>
          <p:cNvPr id="966" name="Google Shape;966;p67"/>
          <p:cNvSpPr txBox="1"/>
          <p:nvPr>
            <p:ph idx="7" type="subTitle"/>
          </p:nvPr>
        </p:nvSpPr>
        <p:spPr>
          <a:xfrm>
            <a:off x="6128697" y="2330400"/>
            <a:ext cx="1564500" cy="164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67"/>
          <p:cNvSpPr txBox="1"/>
          <p:nvPr>
            <p:ph idx="17" type="title"/>
          </p:nvPr>
        </p:nvSpPr>
        <p:spPr>
          <a:xfrm>
            <a:off x="1902600" y="1377950"/>
            <a:ext cx="4731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1</a:t>
            </a:r>
            <a:endParaRPr>
              <a:solidFill>
                <a:schemeClr val="lt1"/>
              </a:solidFill>
            </a:endParaRPr>
          </a:p>
        </p:txBody>
      </p:sp>
      <p:sp>
        <p:nvSpPr>
          <p:cNvPr id="968" name="Google Shape;968;p67"/>
          <p:cNvSpPr txBox="1"/>
          <p:nvPr>
            <p:ph idx="14" type="title"/>
          </p:nvPr>
        </p:nvSpPr>
        <p:spPr>
          <a:xfrm>
            <a:off x="4288500" y="1390050"/>
            <a:ext cx="4731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2</a:t>
            </a:r>
            <a:endParaRPr>
              <a:solidFill>
                <a:schemeClr val="lt1"/>
              </a:solidFill>
            </a:endParaRPr>
          </a:p>
        </p:txBody>
      </p:sp>
      <p:sp>
        <p:nvSpPr>
          <p:cNvPr id="969" name="Google Shape;969;p67"/>
          <p:cNvSpPr txBox="1"/>
          <p:nvPr>
            <p:ph idx="16" type="title"/>
          </p:nvPr>
        </p:nvSpPr>
        <p:spPr>
          <a:xfrm>
            <a:off x="6674400" y="1411200"/>
            <a:ext cx="473100" cy="3903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lt1"/>
                </a:solidFill>
              </a:rPr>
              <a:t>3</a:t>
            </a:r>
            <a:endParaRPr>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3" name="Shape 973"/>
        <p:cNvGrpSpPr/>
        <p:nvPr/>
      </p:nvGrpSpPr>
      <p:grpSpPr>
        <a:xfrm>
          <a:off x="0" y="0"/>
          <a:ext cx="0" cy="0"/>
          <a:chOff x="0" y="0"/>
          <a:chExt cx="0" cy="0"/>
        </a:xfrm>
      </p:grpSpPr>
      <p:sp>
        <p:nvSpPr>
          <p:cNvPr id="974" name="Google Shape;974;p6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Logistic Regression</a:t>
            </a:r>
            <a:endParaRPr/>
          </a:p>
        </p:txBody>
      </p:sp>
      <p:sp>
        <p:nvSpPr>
          <p:cNvPr id="975" name="Google Shape;975;p68"/>
          <p:cNvSpPr txBox="1"/>
          <p:nvPr>
            <p:ph idx="1" type="body"/>
          </p:nvPr>
        </p:nvSpPr>
        <p:spPr>
          <a:xfrm>
            <a:off x="311700" y="1152475"/>
            <a:ext cx="4473900" cy="3087000"/>
          </a:xfrm>
          <a:prstGeom prst="rect">
            <a:avLst/>
          </a:prstGeom>
        </p:spPr>
        <p:txBody>
          <a:bodyPr anchorCtr="0" anchor="t" bIns="91425" lIns="91425" spcFirstLastPara="1" rIns="91425" wrap="square" tIns="91425">
            <a:noAutofit/>
          </a:bodyPr>
          <a:lstStyle/>
          <a:p>
            <a:pPr indent="-311150" lvl="0" marL="457200" rtl="0" algn="l">
              <a:spcBef>
                <a:spcPts val="1200"/>
              </a:spcBef>
              <a:spcAft>
                <a:spcPts val="0"/>
              </a:spcAft>
              <a:buClr>
                <a:srgbClr val="000000"/>
              </a:buClr>
              <a:buSzPts val="1300"/>
              <a:buFont typeface="Barlow"/>
              <a:buChar char="❏"/>
            </a:pPr>
            <a:r>
              <a:rPr lang="en" sz="1300">
                <a:solidFill>
                  <a:srgbClr val="000000"/>
                </a:solidFill>
                <a:latin typeface="Barlow"/>
                <a:ea typeface="Barlow"/>
                <a:cs typeface="Barlow"/>
                <a:sym typeface="Barlow"/>
              </a:rPr>
              <a:t>Logistic Regression predicts the probability of a binary outcome (e.g., yes/no, 1/0).</a:t>
            </a:r>
            <a:br>
              <a:rPr lang="en" sz="1300">
                <a:solidFill>
                  <a:srgbClr val="000000"/>
                </a:solidFill>
                <a:latin typeface="Barlow"/>
                <a:ea typeface="Barlow"/>
                <a:cs typeface="Barlow"/>
                <a:sym typeface="Barlow"/>
              </a:rPr>
            </a:br>
            <a:endParaRPr sz="1300">
              <a:solidFill>
                <a:srgbClr val="000000"/>
              </a:solidFill>
              <a:latin typeface="Barlow"/>
              <a:ea typeface="Barlow"/>
              <a:cs typeface="Barlow"/>
              <a:sym typeface="Barlow"/>
            </a:endParaRPr>
          </a:p>
          <a:p>
            <a:pPr indent="-311150" lvl="0" marL="457200" rtl="0" algn="l">
              <a:spcBef>
                <a:spcPts val="0"/>
              </a:spcBef>
              <a:spcAft>
                <a:spcPts val="0"/>
              </a:spcAft>
              <a:buClr>
                <a:srgbClr val="000000"/>
              </a:buClr>
              <a:buSzPts val="1300"/>
              <a:buFont typeface="Barlow"/>
              <a:buChar char="❏"/>
            </a:pPr>
            <a:r>
              <a:rPr lang="en" sz="1300">
                <a:solidFill>
                  <a:srgbClr val="000000"/>
                </a:solidFill>
                <a:latin typeface="Barlow"/>
                <a:ea typeface="Barlow"/>
                <a:cs typeface="Barlow"/>
                <a:sym typeface="Barlow"/>
              </a:rPr>
              <a:t>Uses the logistic function to model the relationship between features and the target.</a:t>
            </a:r>
            <a:br>
              <a:rPr lang="en" sz="1300">
                <a:solidFill>
                  <a:srgbClr val="000000"/>
                </a:solidFill>
                <a:latin typeface="Barlow"/>
                <a:ea typeface="Barlow"/>
                <a:cs typeface="Barlow"/>
                <a:sym typeface="Barlow"/>
              </a:rPr>
            </a:br>
            <a:endParaRPr sz="1300">
              <a:solidFill>
                <a:srgbClr val="000000"/>
              </a:solidFill>
              <a:latin typeface="Barlow"/>
              <a:ea typeface="Barlow"/>
              <a:cs typeface="Barlow"/>
              <a:sym typeface="Barlow"/>
            </a:endParaRPr>
          </a:p>
          <a:p>
            <a:pPr indent="-311150" lvl="0" marL="457200" rtl="0" algn="l">
              <a:spcBef>
                <a:spcPts val="0"/>
              </a:spcBef>
              <a:spcAft>
                <a:spcPts val="0"/>
              </a:spcAft>
              <a:buClr>
                <a:srgbClr val="000000"/>
              </a:buClr>
              <a:buSzPts val="1300"/>
              <a:buFont typeface="Barlow"/>
              <a:buChar char="❏"/>
            </a:pPr>
            <a:r>
              <a:rPr lang="en" sz="1300">
                <a:solidFill>
                  <a:srgbClr val="000000"/>
                </a:solidFill>
                <a:latin typeface="Barlow"/>
                <a:ea typeface="Barlow"/>
                <a:cs typeface="Barlow"/>
                <a:sym typeface="Barlow"/>
              </a:rPr>
              <a:t>Outputs a probability between 0 and 1.</a:t>
            </a:r>
            <a:br>
              <a:rPr lang="en" sz="1300">
                <a:solidFill>
                  <a:srgbClr val="000000"/>
                </a:solidFill>
                <a:latin typeface="Barlow"/>
                <a:ea typeface="Barlow"/>
                <a:cs typeface="Barlow"/>
                <a:sym typeface="Barlow"/>
              </a:rPr>
            </a:br>
            <a:endParaRPr sz="1300">
              <a:solidFill>
                <a:srgbClr val="000000"/>
              </a:solidFill>
              <a:latin typeface="Barlow"/>
              <a:ea typeface="Barlow"/>
              <a:cs typeface="Barlow"/>
              <a:sym typeface="Barlow"/>
            </a:endParaRPr>
          </a:p>
          <a:p>
            <a:pPr indent="-311150" lvl="0" marL="457200" rtl="0" algn="l">
              <a:spcBef>
                <a:spcPts val="0"/>
              </a:spcBef>
              <a:spcAft>
                <a:spcPts val="0"/>
              </a:spcAft>
              <a:buClr>
                <a:srgbClr val="000000"/>
              </a:buClr>
              <a:buSzPts val="1300"/>
              <a:buFont typeface="Barlow"/>
              <a:buChar char="❏"/>
            </a:pPr>
            <a:r>
              <a:rPr lang="en" sz="1300">
                <a:solidFill>
                  <a:srgbClr val="000000"/>
                </a:solidFill>
                <a:latin typeface="Barlow"/>
                <a:ea typeface="Barlow"/>
                <a:cs typeface="Barlow"/>
                <a:sym typeface="Barlow"/>
              </a:rPr>
              <a:t>A decision threshold is applied to classify outcomes; here, it was 0.52.</a:t>
            </a:r>
            <a:br>
              <a:rPr lang="en" sz="1300">
                <a:solidFill>
                  <a:srgbClr val="000000"/>
                </a:solidFill>
                <a:latin typeface="Barlow"/>
                <a:ea typeface="Barlow"/>
                <a:cs typeface="Barlow"/>
                <a:sym typeface="Barlow"/>
              </a:rPr>
            </a:br>
            <a:endParaRPr sz="1300">
              <a:solidFill>
                <a:srgbClr val="000000"/>
              </a:solidFill>
              <a:latin typeface="Barlow"/>
              <a:ea typeface="Barlow"/>
              <a:cs typeface="Barlow"/>
              <a:sym typeface="Barlow"/>
            </a:endParaRPr>
          </a:p>
          <a:p>
            <a:pPr indent="-311150" lvl="0" marL="457200" rtl="0" algn="l">
              <a:spcBef>
                <a:spcPts val="0"/>
              </a:spcBef>
              <a:spcAft>
                <a:spcPts val="0"/>
              </a:spcAft>
              <a:buClr>
                <a:srgbClr val="000000"/>
              </a:buClr>
              <a:buSzPts val="1300"/>
              <a:buFont typeface="Barlow"/>
              <a:buChar char="❏"/>
            </a:pPr>
            <a:r>
              <a:rPr lang="en" sz="1300">
                <a:solidFill>
                  <a:srgbClr val="000000"/>
                </a:solidFill>
                <a:latin typeface="Barlow"/>
                <a:ea typeface="Barlow"/>
                <a:cs typeface="Barlow"/>
                <a:sym typeface="Barlow"/>
              </a:rPr>
              <a:t>Produces a sigmoid-shaped curve representing the likelihood of an event, such as ICU readmission.</a:t>
            </a:r>
            <a:endParaRPr sz="1300">
              <a:latin typeface="Barlow"/>
              <a:ea typeface="Barlow"/>
              <a:cs typeface="Barlow"/>
              <a:sym typeface="Barlow"/>
            </a:endParaRPr>
          </a:p>
        </p:txBody>
      </p:sp>
      <p:pic>
        <p:nvPicPr>
          <p:cNvPr id="976" name="Google Shape;976;p68"/>
          <p:cNvPicPr preferRelativeResize="0"/>
          <p:nvPr/>
        </p:nvPicPr>
        <p:blipFill>
          <a:blip r:embed="rId3">
            <a:alphaModFix/>
          </a:blip>
          <a:stretch>
            <a:fillRect/>
          </a:stretch>
        </p:blipFill>
        <p:spPr>
          <a:xfrm>
            <a:off x="4997752" y="1337060"/>
            <a:ext cx="3995751" cy="27178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0" name="Shape 980"/>
        <p:cNvGrpSpPr/>
        <p:nvPr/>
      </p:nvGrpSpPr>
      <p:grpSpPr>
        <a:xfrm>
          <a:off x="0" y="0"/>
          <a:ext cx="0" cy="0"/>
          <a:chOff x="0" y="0"/>
          <a:chExt cx="0" cy="0"/>
        </a:xfrm>
      </p:grpSpPr>
      <p:sp>
        <p:nvSpPr>
          <p:cNvPr id="981" name="Google Shape;981;p6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Random Forest</a:t>
            </a:r>
            <a:endParaRPr/>
          </a:p>
        </p:txBody>
      </p:sp>
      <p:sp>
        <p:nvSpPr>
          <p:cNvPr id="982" name="Google Shape;982;p69"/>
          <p:cNvSpPr txBox="1"/>
          <p:nvPr>
            <p:ph idx="1" type="body"/>
          </p:nvPr>
        </p:nvSpPr>
        <p:spPr>
          <a:xfrm>
            <a:off x="311700" y="1152475"/>
            <a:ext cx="4473900" cy="2586000"/>
          </a:xfrm>
          <a:prstGeom prst="rect">
            <a:avLst/>
          </a:prstGeom>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SzPts val="1200"/>
              <a:buChar char="❏"/>
            </a:pPr>
            <a:r>
              <a:rPr lang="en"/>
              <a:t>Random Forest is used for classification and regression. </a:t>
            </a:r>
            <a:endParaRPr/>
          </a:p>
          <a:p>
            <a:pPr indent="-304800" lvl="0" marL="457200" rtl="0" algn="l">
              <a:lnSpc>
                <a:spcPct val="150000"/>
              </a:lnSpc>
              <a:spcBef>
                <a:spcPts val="0"/>
              </a:spcBef>
              <a:spcAft>
                <a:spcPts val="0"/>
              </a:spcAft>
              <a:buSzPts val="1200"/>
              <a:buChar char="❏"/>
            </a:pPr>
            <a:r>
              <a:rPr lang="en"/>
              <a:t>Creates multiple decision trees while training occurs.</a:t>
            </a:r>
            <a:endParaRPr/>
          </a:p>
          <a:p>
            <a:pPr indent="-304800" lvl="0" marL="457200" rtl="0" algn="l">
              <a:lnSpc>
                <a:spcPct val="150000"/>
              </a:lnSpc>
              <a:spcBef>
                <a:spcPts val="0"/>
              </a:spcBef>
              <a:spcAft>
                <a:spcPts val="0"/>
              </a:spcAft>
              <a:buSzPts val="1200"/>
              <a:buChar char="❏"/>
            </a:pPr>
            <a:r>
              <a:rPr lang="en"/>
              <a:t>Each tree is trained on a random subset of the data.</a:t>
            </a:r>
            <a:endParaRPr/>
          </a:p>
          <a:p>
            <a:pPr indent="-304800" lvl="0" marL="457200" rtl="0" algn="l">
              <a:lnSpc>
                <a:spcPct val="150000"/>
              </a:lnSpc>
              <a:spcBef>
                <a:spcPts val="0"/>
              </a:spcBef>
              <a:spcAft>
                <a:spcPts val="0"/>
              </a:spcAft>
              <a:buSzPts val="1200"/>
              <a:buChar char="❏"/>
            </a:pPr>
            <a:r>
              <a:rPr lang="en"/>
              <a:t>FInal prediction is decided by a majority vote by all the trees. </a:t>
            </a:r>
            <a:endParaRPr/>
          </a:p>
          <a:p>
            <a:pPr indent="-304800" lvl="0" marL="457200" rtl="0" algn="l">
              <a:lnSpc>
                <a:spcPct val="150000"/>
              </a:lnSpc>
              <a:spcBef>
                <a:spcPts val="0"/>
              </a:spcBef>
              <a:spcAft>
                <a:spcPts val="0"/>
              </a:spcAft>
              <a:buSzPts val="1200"/>
              <a:buChar char="❏"/>
            </a:pPr>
            <a:r>
              <a:rPr lang="en"/>
              <a:t>The decision threshold for this model is 0.2.</a:t>
            </a:r>
            <a:endParaRPr/>
          </a:p>
        </p:txBody>
      </p:sp>
      <p:pic>
        <p:nvPicPr>
          <p:cNvPr id="983" name="Google Shape;983;p69" title="Screenshot 2025-12-02 at 12.27.43 AM.png"/>
          <p:cNvPicPr preferRelativeResize="0"/>
          <p:nvPr/>
        </p:nvPicPr>
        <p:blipFill>
          <a:blip r:embed="rId3">
            <a:alphaModFix/>
          </a:blip>
          <a:stretch>
            <a:fillRect/>
          </a:stretch>
        </p:blipFill>
        <p:spPr>
          <a:xfrm>
            <a:off x="4938000" y="1170125"/>
            <a:ext cx="4053599" cy="222453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7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XGBoost</a:t>
            </a:r>
            <a:endParaRPr/>
          </a:p>
        </p:txBody>
      </p:sp>
      <p:sp>
        <p:nvSpPr>
          <p:cNvPr id="989" name="Google Shape;989;p70"/>
          <p:cNvSpPr txBox="1"/>
          <p:nvPr>
            <p:ph idx="1" type="body"/>
          </p:nvPr>
        </p:nvSpPr>
        <p:spPr>
          <a:xfrm>
            <a:off x="311700" y="1152475"/>
            <a:ext cx="4473900" cy="2862900"/>
          </a:xfrm>
          <a:prstGeom prst="rect">
            <a:avLst/>
          </a:prstGeom>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SzPts val="1200"/>
              <a:buChar char="❏"/>
            </a:pPr>
            <a:r>
              <a:rPr lang="en"/>
              <a:t>XGBoost creates </a:t>
            </a:r>
            <a:r>
              <a:rPr lang="en"/>
              <a:t>different</a:t>
            </a:r>
            <a:r>
              <a:rPr lang="en"/>
              <a:t> decision trees that. Each new decision tree is designed to fix the errors of the previous tree. </a:t>
            </a:r>
            <a:endParaRPr/>
          </a:p>
          <a:p>
            <a:pPr indent="-304800" lvl="0" marL="457200" rtl="0" algn="l">
              <a:lnSpc>
                <a:spcPct val="150000"/>
              </a:lnSpc>
              <a:spcBef>
                <a:spcPts val="0"/>
              </a:spcBef>
              <a:spcAft>
                <a:spcPts val="0"/>
              </a:spcAft>
              <a:buSzPts val="1200"/>
              <a:buChar char="❏"/>
            </a:pPr>
            <a:r>
              <a:rPr lang="en"/>
              <a:t>By using gradient descent and </a:t>
            </a:r>
            <a:r>
              <a:rPr lang="en"/>
              <a:t>incorporating regularization techniques, it prevents overfitting.</a:t>
            </a:r>
            <a:endParaRPr/>
          </a:p>
          <a:p>
            <a:pPr indent="-304800" lvl="0" marL="457200" rtl="0" algn="l">
              <a:lnSpc>
                <a:spcPct val="150000"/>
              </a:lnSpc>
              <a:spcBef>
                <a:spcPts val="0"/>
              </a:spcBef>
              <a:spcAft>
                <a:spcPts val="0"/>
              </a:spcAft>
              <a:buSzPts val="1200"/>
              <a:buChar char="❏"/>
            </a:pPr>
            <a:r>
              <a:rPr lang="en"/>
              <a:t>The algorithm produces a probability score for each patient, showing the risk of readmission. </a:t>
            </a:r>
            <a:endParaRPr/>
          </a:p>
          <a:p>
            <a:pPr indent="-304800" lvl="0" marL="457200" rtl="0" algn="l">
              <a:lnSpc>
                <a:spcPct val="150000"/>
              </a:lnSpc>
              <a:spcBef>
                <a:spcPts val="0"/>
              </a:spcBef>
              <a:spcAft>
                <a:spcPts val="0"/>
              </a:spcAft>
              <a:buSzPts val="1200"/>
              <a:buChar char="❏"/>
            </a:pPr>
            <a:r>
              <a:rPr lang="en"/>
              <a:t>The score produced can be compared to a selected threshold to classify patient readmission. </a:t>
            </a:r>
            <a:endParaRPr/>
          </a:p>
        </p:txBody>
      </p:sp>
      <p:pic>
        <p:nvPicPr>
          <p:cNvPr id="990" name="Google Shape;990;p70" title="Screenshot 2025-12-02 at 10.43.22 AM.png"/>
          <p:cNvPicPr preferRelativeResize="0"/>
          <p:nvPr/>
        </p:nvPicPr>
        <p:blipFill>
          <a:blip r:embed="rId3">
            <a:alphaModFix/>
          </a:blip>
          <a:stretch>
            <a:fillRect/>
          </a:stretch>
        </p:blipFill>
        <p:spPr>
          <a:xfrm>
            <a:off x="4938000" y="1170125"/>
            <a:ext cx="4053599" cy="22328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71"/>
          <p:cNvSpPr txBox="1"/>
          <p:nvPr>
            <p:ph idx="2" type="title"/>
          </p:nvPr>
        </p:nvSpPr>
        <p:spPr>
          <a:xfrm>
            <a:off x="128250" y="321050"/>
            <a:ext cx="8981400" cy="645600"/>
          </a:xfrm>
          <a:prstGeom prst="rect">
            <a:avLst/>
          </a:prstGeom>
        </p:spPr>
        <p:txBody>
          <a:bodyPr anchorCtr="0" anchor="ctr" bIns="91425" lIns="91425" spcFirstLastPara="1" rIns="91425" wrap="square" tIns="0">
            <a:noAutofit/>
          </a:bodyPr>
          <a:lstStyle/>
          <a:p>
            <a:pPr indent="0" lvl="0" marL="0" rtl="0" algn="l">
              <a:spcBef>
                <a:spcPts val="0"/>
              </a:spcBef>
              <a:spcAft>
                <a:spcPts val="0"/>
              </a:spcAft>
              <a:buNone/>
            </a:pPr>
            <a:r>
              <a:rPr lang="en" sz="3500"/>
              <a:t>Results</a:t>
            </a:r>
            <a:endParaRPr sz="3500"/>
          </a:p>
        </p:txBody>
      </p:sp>
      <p:sp>
        <p:nvSpPr>
          <p:cNvPr id="996" name="Google Shape;996;p71"/>
          <p:cNvSpPr txBox="1"/>
          <p:nvPr>
            <p:ph idx="1" type="subTitle"/>
          </p:nvPr>
        </p:nvSpPr>
        <p:spPr>
          <a:xfrm>
            <a:off x="128250" y="1132650"/>
            <a:ext cx="4443900" cy="3201900"/>
          </a:xfrm>
          <a:prstGeom prst="rect">
            <a:avLst/>
          </a:prstGeom>
        </p:spPr>
        <p:txBody>
          <a:bodyPr anchorCtr="0" anchor="t" bIns="91425" lIns="91425" spcFirstLastPara="1" rIns="91425" wrap="square" tIns="91425">
            <a:noAutofit/>
          </a:bodyPr>
          <a:lstStyle/>
          <a:p>
            <a:pPr indent="-311150" lvl="0" marL="457200" rtl="0" algn="l">
              <a:lnSpc>
                <a:spcPct val="150000"/>
              </a:lnSpc>
              <a:spcBef>
                <a:spcPts val="1200"/>
              </a:spcBef>
              <a:spcAft>
                <a:spcPts val="0"/>
              </a:spcAft>
              <a:buSzPts val="1300"/>
              <a:buChar char="❏"/>
            </a:pPr>
            <a:r>
              <a:rPr lang="en" sz="1300">
                <a:solidFill>
                  <a:srgbClr val="000000"/>
                </a:solidFill>
                <a:latin typeface="Barlow"/>
                <a:ea typeface="Barlow"/>
                <a:cs typeface="Barlow"/>
                <a:sym typeface="Barlow"/>
              </a:rPr>
              <a:t>In this project, model quality was assessed not only based on AUC-ROC, accuracy, and precision but also on the financial impact of the predictions. To calculate this we used a confusion matrix</a:t>
            </a:r>
            <a:endParaRPr sz="1300">
              <a:solidFill>
                <a:srgbClr val="000000"/>
              </a:solidFill>
              <a:latin typeface="Barlow"/>
              <a:ea typeface="Barlow"/>
              <a:cs typeface="Barlow"/>
              <a:sym typeface="Barlow"/>
            </a:endParaRPr>
          </a:p>
          <a:p>
            <a:pPr indent="-311150" lvl="0" marL="457200" rtl="0" algn="l">
              <a:lnSpc>
                <a:spcPct val="150000"/>
              </a:lnSpc>
              <a:spcBef>
                <a:spcPts val="0"/>
              </a:spcBef>
              <a:spcAft>
                <a:spcPts val="0"/>
              </a:spcAft>
              <a:buClr>
                <a:srgbClr val="000000"/>
              </a:buClr>
              <a:buSzPts val="1300"/>
              <a:buFont typeface="Barlow"/>
              <a:buChar char="❏"/>
            </a:pPr>
            <a:r>
              <a:rPr lang="en" sz="1300">
                <a:solidFill>
                  <a:srgbClr val="000000"/>
                </a:solidFill>
                <a:latin typeface="Barlow"/>
                <a:ea typeface="Barlow"/>
                <a:cs typeface="Barlow"/>
                <a:sym typeface="Barlow"/>
              </a:rPr>
              <a:t> the confusion matrix was used, detailing the model’s predictions as true positives, true negatives, false positives, and false negatives. </a:t>
            </a:r>
            <a:endParaRPr sz="1300">
              <a:solidFill>
                <a:srgbClr val="000000"/>
              </a:solidFill>
              <a:latin typeface="Barlow"/>
              <a:ea typeface="Barlow"/>
              <a:cs typeface="Barlow"/>
              <a:sym typeface="Barlow"/>
            </a:endParaRPr>
          </a:p>
          <a:p>
            <a:pPr indent="-311150" lvl="0" marL="457200" rtl="0" algn="l">
              <a:lnSpc>
                <a:spcPct val="150000"/>
              </a:lnSpc>
              <a:spcBef>
                <a:spcPts val="0"/>
              </a:spcBef>
              <a:spcAft>
                <a:spcPts val="0"/>
              </a:spcAft>
              <a:buClr>
                <a:srgbClr val="000000"/>
              </a:buClr>
              <a:buSzPts val="1300"/>
              <a:buFont typeface="Barlow"/>
              <a:buChar char="❏"/>
            </a:pPr>
            <a:r>
              <a:rPr lang="en" sz="1300">
                <a:solidFill>
                  <a:srgbClr val="000000"/>
                </a:solidFill>
                <a:latin typeface="Barlow"/>
                <a:ea typeface="Barlow"/>
                <a:cs typeface="Barlow"/>
                <a:sym typeface="Barlow"/>
              </a:rPr>
              <a:t>Financial data obtained from previous research and studies were applied to determine the costs associated with patients not readmitted, the costs of false readmissions, and the savings achieved by preventing unnecessary readmissions.</a:t>
            </a:r>
            <a:endParaRPr sz="1300">
              <a:solidFill>
                <a:srgbClr val="000000"/>
              </a:solidFill>
              <a:latin typeface="Barlow"/>
              <a:ea typeface="Barlow"/>
              <a:cs typeface="Barlow"/>
              <a:sym typeface="Barlow"/>
            </a:endParaRPr>
          </a:p>
        </p:txBody>
      </p:sp>
      <p:pic>
        <p:nvPicPr>
          <p:cNvPr id="997" name="Google Shape;997;p71"/>
          <p:cNvPicPr preferRelativeResize="0"/>
          <p:nvPr/>
        </p:nvPicPr>
        <p:blipFill>
          <a:blip r:embed="rId3">
            <a:alphaModFix/>
          </a:blip>
          <a:stretch>
            <a:fillRect/>
          </a:stretch>
        </p:blipFill>
        <p:spPr>
          <a:xfrm>
            <a:off x="4951349" y="598975"/>
            <a:ext cx="3232000" cy="2644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72"/>
          <p:cNvSpPr txBox="1"/>
          <p:nvPr>
            <p:ph idx="2" type="title"/>
          </p:nvPr>
        </p:nvSpPr>
        <p:spPr>
          <a:xfrm>
            <a:off x="128250" y="228600"/>
            <a:ext cx="8981400" cy="645600"/>
          </a:xfrm>
          <a:prstGeom prst="rect">
            <a:avLst/>
          </a:prstGeom>
        </p:spPr>
        <p:txBody>
          <a:bodyPr anchorCtr="0" anchor="ctr" bIns="91425" lIns="91425" spcFirstLastPara="1" rIns="91425" wrap="square" tIns="0">
            <a:noAutofit/>
          </a:bodyPr>
          <a:lstStyle/>
          <a:p>
            <a:pPr indent="0" lvl="0" marL="0" rtl="0" algn="l">
              <a:spcBef>
                <a:spcPts val="0"/>
              </a:spcBef>
              <a:spcAft>
                <a:spcPts val="0"/>
              </a:spcAft>
              <a:buNone/>
            </a:pPr>
            <a:r>
              <a:rPr lang="en" sz="2500"/>
              <a:t>Results pt. 2</a:t>
            </a:r>
            <a:endParaRPr sz="2500"/>
          </a:p>
        </p:txBody>
      </p:sp>
      <p:graphicFrame>
        <p:nvGraphicFramePr>
          <p:cNvPr id="1003" name="Google Shape;1003;p72"/>
          <p:cNvGraphicFramePr/>
          <p:nvPr/>
        </p:nvGraphicFramePr>
        <p:xfrm>
          <a:off x="203333" y="1001636"/>
          <a:ext cx="3000000" cy="3000000"/>
        </p:xfrm>
        <a:graphic>
          <a:graphicData uri="http://schemas.openxmlformats.org/drawingml/2006/table">
            <a:tbl>
              <a:tblPr>
                <a:noFill/>
                <a:tableStyleId>{A80D9D39-27FC-41E0-AB46-CC46AE7AD345}</a:tableStyleId>
              </a:tblPr>
              <a:tblGrid>
                <a:gridCol w="1179450"/>
                <a:gridCol w="1066200"/>
                <a:gridCol w="1165550"/>
                <a:gridCol w="1179450"/>
                <a:gridCol w="1075425"/>
                <a:gridCol w="1410625"/>
                <a:gridCol w="1660650"/>
              </a:tblGrid>
              <a:tr h="492375">
                <a:tc>
                  <a:txBody>
                    <a:bodyPr/>
                    <a:lstStyle/>
                    <a:p>
                      <a:pPr indent="0" lvl="0" marL="0" rtl="0" algn="ctr">
                        <a:spcBef>
                          <a:spcPts val="0"/>
                        </a:spcBef>
                        <a:spcAft>
                          <a:spcPts val="0"/>
                        </a:spcAft>
                        <a:buNone/>
                      </a:pPr>
                      <a:r>
                        <a:rPr lang="en" sz="1500">
                          <a:latin typeface="Barlow"/>
                          <a:ea typeface="Barlow"/>
                          <a:cs typeface="Barlow"/>
                          <a:sym typeface="Barlow"/>
                        </a:rPr>
                        <a:t>Model</a:t>
                      </a:r>
                      <a:endParaRPr sz="1500">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500">
                          <a:latin typeface="Barlow"/>
                          <a:ea typeface="Barlow"/>
                          <a:cs typeface="Barlow"/>
                          <a:sym typeface="Barlow"/>
                        </a:rPr>
                        <a:t>AUC-ROC</a:t>
                      </a:r>
                      <a:endParaRPr sz="1500">
                        <a:latin typeface="Barlow"/>
                        <a:ea typeface="Barlow"/>
                        <a:cs typeface="Barlow"/>
                        <a:sym typeface="Barlow"/>
                      </a:endParaRPr>
                    </a:p>
                  </a:txBody>
                  <a:tcPr marT="91425" marB="91425" marR="91425" marL="91425" anchor="ctr">
                    <a:lnL cap="flat" cmpd="sng" w="9525">
                      <a:solidFill>
                        <a:schemeClr val="lt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500">
                          <a:latin typeface="Barlow"/>
                          <a:ea typeface="Barlow"/>
                          <a:cs typeface="Barlow"/>
                          <a:sym typeface="Barlow"/>
                        </a:rPr>
                        <a:t>Accuracy</a:t>
                      </a:r>
                      <a:endParaRPr sz="1500">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500">
                          <a:latin typeface="Barlow"/>
                          <a:ea typeface="Barlow"/>
                          <a:cs typeface="Barlow"/>
                          <a:sym typeface="Barlow"/>
                        </a:rPr>
                        <a:t>Precision</a:t>
                      </a:r>
                      <a:endParaRPr sz="1500">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500">
                          <a:latin typeface="Barlow"/>
                          <a:ea typeface="Barlow"/>
                          <a:cs typeface="Barlow"/>
                          <a:sym typeface="Barlow"/>
                        </a:rPr>
                        <a:t>Recall</a:t>
                      </a:r>
                      <a:endParaRPr sz="1500">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500">
                          <a:latin typeface="Barlow"/>
                          <a:ea typeface="Barlow"/>
                          <a:cs typeface="Barlow"/>
                          <a:sym typeface="Barlow"/>
                        </a:rPr>
                        <a:t>Original Cost</a:t>
                      </a:r>
                      <a:endParaRPr sz="1500">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500">
                          <a:latin typeface="Barlow"/>
                          <a:ea typeface="Barlow"/>
                          <a:cs typeface="Barlow"/>
                          <a:sym typeface="Barlow"/>
                        </a:rPr>
                        <a:t>Savings</a:t>
                      </a:r>
                      <a:endParaRPr sz="1500">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chemeClr val="lt1"/>
                      </a:solidFill>
                      <a:prstDash val="solid"/>
                      <a:round/>
                      <a:headEnd len="sm" w="sm" type="none"/>
                      <a:tailEnd len="sm" w="sm" type="none"/>
                    </a:lnB>
                  </a:tcPr>
                </a:tc>
              </a:tr>
              <a:tr h="563700">
                <a:tc>
                  <a:txBody>
                    <a:bodyPr/>
                    <a:lstStyle/>
                    <a:p>
                      <a:pPr indent="0" lvl="0" marL="0" rtl="0" algn="ctr">
                        <a:spcBef>
                          <a:spcPts val="0"/>
                        </a:spcBef>
                        <a:spcAft>
                          <a:spcPts val="0"/>
                        </a:spcAft>
                        <a:buNone/>
                      </a:pPr>
                      <a:r>
                        <a:rPr lang="en" sz="1500">
                          <a:latin typeface="Barlow"/>
                          <a:ea typeface="Barlow"/>
                          <a:cs typeface="Barlow"/>
                          <a:sym typeface="Barlow"/>
                        </a:rPr>
                        <a:t>Logistic Regression</a:t>
                      </a:r>
                      <a:endParaRPr sz="1500">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a:ea typeface="Barlow"/>
                          <a:cs typeface="Barlow"/>
                          <a:sym typeface="Barlow"/>
                        </a:rPr>
                        <a:t>0.74</a:t>
                      </a:r>
                      <a:endParaRPr>
                        <a:latin typeface="Barlow"/>
                        <a:ea typeface="Barlow"/>
                        <a:cs typeface="Barlow"/>
                        <a:sym typeface="Barlow"/>
                      </a:endParaRPr>
                    </a:p>
                  </a:txBody>
                  <a:tcPr marT="91425" marB="91425" marR="91425" marL="91425" anchor="ctr">
                    <a:lnL cap="flat" cmpd="sng" w="9525">
                      <a:solidFill>
                        <a:schemeClr val="lt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a:ea typeface="Barlow"/>
                          <a:cs typeface="Barlow"/>
                          <a:sym typeface="Barlow"/>
                        </a:rPr>
                        <a:t>76%</a:t>
                      </a:r>
                      <a:endParaRPr>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a:ea typeface="Barlow"/>
                          <a:cs typeface="Barlow"/>
                          <a:sym typeface="Barlow"/>
                        </a:rPr>
                        <a:t>59.5%</a:t>
                      </a:r>
                      <a:endParaRPr>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Barlow"/>
                          <a:ea typeface="Barlow"/>
                          <a:cs typeface="Barlow"/>
                          <a:sym typeface="Barlow"/>
                        </a:rPr>
                        <a:t>57%</a:t>
                      </a:r>
                      <a:endParaRPr b="1">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latin typeface="Barlow"/>
                          <a:ea typeface="Barlow"/>
                          <a:cs typeface="Barlow"/>
                          <a:sym typeface="Barlow"/>
                        </a:rPr>
                        <a:t>$28,196,000</a:t>
                      </a:r>
                      <a:endParaRPr>
                        <a:solidFill>
                          <a:srgbClr val="FF0000"/>
                        </a:solidFill>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88038"/>
                          </a:solidFill>
                          <a:latin typeface="Barlow"/>
                          <a:ea typeface="Barlow"/>
                          <a:cs typeface="Barlow"/>
                          <a:sym typeface="Barlow"/>
                        </a:rPr>
                        <a:t>$16,315,200</a:t>
                      </a:r>
                      <a:endParaRPr>
                        <a:solidFill>
                          <a:srgbClr val="188038"/>
                        </a:solidFill>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63700">
                <a:tc>
                  <a:txBody>
                    <a:bodyPr/>
                    <a:lstStyle/>
                    <a:p>
                      <a:pPr indent="0" lvl="0" marL="0" rtl="0" algn="ctr">
                        <a:spcBef>
                          <a:spcPts val="0"/>
                        </a:spcBef>
                        <a:spcAft>
                          <a:spcPts val="0"/>
                        </a:spcAft>
                        <a:buNone/>
                      </a:pPr>
                      <a:r>
                        <a:rPr lang="en" sz="1500">
                          <a:latin typeface="Barlow"/>
                          <a:ea typeface="Barlow"/>
                          <a:cs typeface="Barlow"/>
                          <a:sym typeface="Barlow"/>
                        </a:rPr>
                        <a:t>Random Forest</a:t>
                      </a:r>
                      <a:endParaRPr sz="1500">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a:ea typeface="Barlow"/>
                          <a:cs typeface="Barlow"/>
                          <a:sym typeface="Barlow"/>
                        </a:rPr>
                        <a:t>0.744</a:t>
                      </a:r>
                      <a:endParaRPr>
                        <a:latin typeface="Barlow"/>
                        <a:ea typeface="Barlow"/>
                        <a:cs typeface="Barlow"/>
                        <a:sym typeface="Barlow"/>
                      </a:endParaRPr>
                    </a:p>
                  </a:txBody>
                  <a:tcPr marT="91425" marB="91425" marR="91425" marL="91425" anchor="ctr">
                    <a:lnL cap="flat" cmpd="sng" w="9525">
                      <a:solidFill>
                        <a:schemeClr val="lt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a:ea typeface="Barlow"/>
                          <a:cs typeface="Barlow"/>
                          <a:sym typeface="Barlow"/>
                        </a:rPr>
                        <a:t>76%</a:t>
                      </a:r>
                      <a:endParaRPr>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a:ea typeface="Barlow"/>
                          <a:cs typeface="Barlow"/>
                          <a:sym typeface="Barlow"/>
                        </a:rPr>
                        <a:t>59%</a:t>
                      </a:r>
                      <a:endParaRPr>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a:ea typeface="Barlow"/>
                          <a:cs typeface="Barlow"/>
                          <a:sym typeface="Barlow"/>
                        </a:rPr>
                        <a:t>56%</a:t>
                      </a:r>
                      <a:endParaRPr>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latin typeface="Barlow"/>
                          <a:ea typeface="Barlow"/>
                          <a:cs typeface="Barlow"/>
                          <a:sym typeface="Barlow"/>
                        </a:rPr>
                        <a:t>$28,196,000</a:t>
                      </a:r>
                      <a:endParaRPr>
                        <a:solidFill>
                          <a:srgbClr val="FF0000"/>
                        </a:solidFill>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88038"/>
                          </a:solidFill>
                          <a:latin typeface="Barlow"/>
                          <a:ea typeface="Barlow"/>
                          <a:cs typeface="Barlow"/>
                          <a:sym typeface="Barlow"/>
                        </a:rPr>
                        <a:t>$16,162,200</a:t>
                      </a:r>
                      <a:endParaRPr>
                        <a:solidFill>
                          <a:srgbClr val="188038"/>
                        </a:solidFill>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63700">
                <a:tc>
                  <a:txBody>
                    <a:bodyPr/>
                    <a:lstStyle/>
                    <a:p>
                      <a:pPr indent="0" lvl="0" marL="0" rtl="0" algn="ctr">
                        <a:spcBef>
                          <a:spcPts val="0"/>
                        </a:spcBef>
                        <a:spcAft>
                          <a:spcPts val="0"/>
                        </a:spcAft>
                        <a:buNone/>
                      </a:pPr>
                      <a:r>
                        <a:rPr lang="en" sz="1500">
                          <a:latin typeface="Barlow"/>
                          <a:ea typeface="Barlow"/>
                          <a:cs typeface="Barlow"/>
                          <a:sym typeface="Barlow"/>
                        </a:rPr>
                        <a:t>XGBoost</a:t>
                      </a:r>
                      <a:endParaRPr sz="1500">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Barlow"/>
                          <a:ea typeface="Barlow"/>
                          <a:cs typeface="Barlow"/>
                          <a:sym typeface="Barlow"/>
                        </a:rPr>
                        <a:t>0.758</a:t>
                      </a:r>
                      <a:endParaRPr b="1">
                        <a:latin typeface="Barlow"/>
                        <a:ea typeface="Barlow"/>
                        <a:cs typeface="Barlow"/>
                        <a:sym typeface="Barlow"/>
                      </a:endParaRPr>
                    </a:p>
                  </a:txBody>
                  <a:tcPr marT="91425" marB="91425" marR="91425" marL="91425" anchor="ctr">
                    <a:lnL cap="flat" cmpd="sng" w="9525">
                      <a:solidFill>
                        <a:schemeClr val="lt1"/>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Barlow"/>
                          <a:ea typeface="Barlow"/>
                          <a:cs typeface="Barlow"/>
                          <a:sym typeface="Barlow"/>
                        </a:rPr>
                        <a:t>83%</a:t>
                      </a:r>
                      <a:endParaRPr b="1">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b="1" lang="en">
                          <a:latin typeface="Barlow"/>
                          <a:ea typeface="Barlow"/>
                          <a:cs typeface="Barlow"/>
                          <a:sym typeface="Barlow"/>
                        </a:rPr>
                        <a:t>62.5%</a:t>
                      </a:r>
                      <a:endParaRPr b="1">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latin typeface="Barlow"/>
                          <a:ea typeface="Barlow"/>
                          <a:cs typeface="Barlow"/>
                          <a:sym typeface="Barlow"/>
                        </a:rPr>
                        <a:t>45%</a:t>
                      </a:r>
                      <a:endParaRPr>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FF0000"/>
                          </a:solidFill>
                          <a:latin typeface="Barlow"/>
                          <a:ea typeface="Barlow"/>
                          <a:cs typeface="Barlow"/>
                          <a:sym typeface="Barlow"/>
                        </a:rPr>
                        <a:t>$28,196,000</a:t>
                      </a:r>
                      <a:endParaRPr>
                        <a:solidFill>
                          <a:srgbClr val="FF0000"/>
                        </a:solidFill>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ctr">
                        <a:spcBef>
                          <a:spcPts val="0"/>
                        </a:spcBef>
                        <a:spcAft>
                          <a:spcPts val="0"/>
                        </a:spcAft>
                        <a:buNone/>
                      </a:pPr>
                      <a:r>
                        <a:rPr lang="en">
                          <a:solidFill>
                            <a:srgbClr val="188038"/>
                          </a:solidFill>
                          <a:latin typeface="Barlow"/>
                          <a:ea typeface="Barlow"/>
                          <a:cs typeface="Barlow"/>
                          <a:sym typeface="Barlow"/>
                        </a:rPr>
                        <a:t>$16,811,000</a:t>
                      </a:r>
                      <a:endParaRPr>
                        <a:solidFill>
                          <a:srgbClr val="188038"/>
                        </a:solidFill>
                        <a:latin typeface="Barlow"/>
                        <a:ea typeface="Barlow"/>
                        <a:cs typeface="Barlow"/>
                        <a:sym typeface="Barlow"/>
                      </a:endParaRPr>
                    </a:p>
                  </a:txBody>
                  <a:tcPr marT="91425" marB="91425" marR="91425" marL="9142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7" name="Shape 1007"/>
        <p:cNvGrpSpPr/>
        <p:nvPr/>
      </p:nvGrpSpPr>
      <p:grpSpPr>
        <a:xfrm>
          <a:off x="0" y="0"/>
          <a:ext cx="0" cy="0"/>
          <a:chOff x="0" y="0"/>
          <a:chExt cx="0" cy="0"/>
        </a:xfrm>
      </p:grpSpPr>
      <p:sp>
        <p:nvSpPr>
          <p:cNvPr id="1008" name="Google Shape;1008;p73"/>
          <p:cNvSpPr txBox="1"/>
          <p:nvPr>
            <p:ph idx="2" type="title"/>
          </p:nvPr>
        </p:nvSpPr>
        <p:spPr>
          <a:xfrm>
            <a:off x="128250" y="321050"/>
            <a:ext cx="8981400" cy="645600"/>
          </a:xfrm>
          <a:prstGeom prst="rect">
            <a:avLst/>
          </a:prstGeom>
        </p:spPr>
        <p:txBody>
          <a:bodyPr anchorCtr="0" anchor="ctr" bIns="91425" lIns="91425" spcFirstLastPara="1" rIns="91425" wrap="square" tIns="0">
            <a:noAutofit/>
          </a:bodyPr>
          <a:lstStyle/>
          <a:p>
            <a:pPr indent="0" lvl="0" marL="0" rtl="0" algn="l">
              <a:spcBef>
                <a:spcPts val="0"/>
              </a:spcBef>
              <a:spcAft>
                <a:spcPts val="0"/>
              </a:spcAft>
              <a:buNone/>
            </a:pPr>
            <a:r>
              <a:rPr lang="en" sz="3500"/>
              <a:t>Conclusion</a:t>
            </a:r>
            <a:endParaRPr sz="3500"/>
          </a:p>
        </p:txBody>
      </p:sp>
      <p:sp>
        <p:nvSpPr>
          <p:cNvPr id="1009" name="Google Shape;1009;p73"/>
          <p:cNvSpPr txBox="1"/>
          <p:nvPr>
            <p:ph idx="1" type="subTitle"/>
          </p:nvPr>
        </p:nvSpPr>
        <p:spPr>
          <a:xfrm>
            <a:off x="128250" y="1132650"/>
            <a:ext cx="6333000" cy="32019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Barlow"/>
              <a:buChar char="❏"/>
            </a:pPr>
            <a:r>
              <a:rPr lang="en" sz="1300">
                <a:latin typeface="Barlow"/>
                <a:ea typeface="Barlow"/>
                <a:cs typeface="Barlow"/>
                <a:sym typeface="Barlow"/>
              </a:rPr>
              <a:t>ICU readmissions are expensive and very common and by making a model that can create an early prediction is very beneficial. </a:t>
            </a:r>
            <a:endParaRPr sz="1300">
              <a:latin typeface="Barlow"/>
              <a:ea typeface="Barlow"/>
              <a:cs typeface="Barlow"/>
              <a:sym typeface="Barlow"/>
            </a:endParaRPr>
          </a:p>
          <a:p>
            <a:pPr indent="-311150" lvl="0" marL="457200" rtl="0" algn="l">
              <a:spcBef>
                <a:spcPts val="0"/>
              </a:spcBef>
              <a:spcAft>
                <a:spcPts val="0"/>
              </a:spcAft>
              <a:buSzPts val="1300"/>
              <a:buFont typeface="Barlow"/>
              <a:buChar char="❏"/>
            </a:pPr>
            <a:r>
              <a:rPr lang="en" sz="1300">
                <a:latin typeface="Barlow"/>
                <a:ea typeface="Barlow"/>
                <a:cs typeface="Barlow"/>
                <a:sym typeface="Barlow"/>
              </a:rPr>
              <a:t>The MIMIC-IV dataset was helpful with providing real world information to create our model. </a:t>
            </a:r>
            <a:endParaRPr sz="1300">
              <a:latin typeface="Barlow"/>
              <a:ea typeface="Barlow"/>
              <a:cs typeface="Barlow"/>
              <a:sym typeface="Barlow"/>
            </a:endParaRPr>
          </a:p>
          <a:p>
            <a:pPr indent="-311150" lvl="0" marL="457200" rtl="0" algn="l">
              <a:spcBef>
                <a:spcPts val="0"/>
              </a:spcBef>
              <a:spcAft>
                <a:spcPts val="0"/>
              </a:spcAft>
              <a:buSzPts val="1300"/>
              <a:buFont typeface="Barlow"/>
              <a:buChar char="❏"/>
            </a:pPr>
            <a:r>
              <a:rPr lang="en" sz="1300">
                <a:latin typeface="Barlow"/>
                <a:ea typeface="Barlow"/>
                <a:cs typeface="Barlow"/>
                <a:sym typeface="Barlow"/>
              </a:rPr>
              <a:t>Out of the three models we created, XGBOOST produced the best </a:t>
            </a:r>
            <a:r>
              <a:rPr lang="en" sz="1300">
                <a:latin typeface="Barlow"/>
                <a:ea typeface="Barlow"/>
                <a:cs typeface="Barlow"/>
                <a:sym typeface="Barlow"/>
              </a:rPr>
              <a:t>performance</a:t>
            </a:r>
            <a:r>
              <a:rPr lang="en" sz="1300">
                <a:latin typeface="Barlow"/>
                <a:ea typeface="Barlow"/>
                <a:cs typeface="Barlow"/>
                <a:sym typeface="Barlow"/>
              </a:rPr>
              <a:t>. It achieved an accuracy of 83%.</a:t>
            </a:r>
            <a:endParaRPr sz="1300">
              <a:latin typeface="Barlow"/>
              <a:ea typeface="Barlow"/>
              <a:cs typeface="Barlow"/>
              <a:sym typeface="Barlow"/>
            </a:endParaRPr>
          </a:p>
          <a:p>
            <a:pPr indent="-311150" lvl="0" marL="457200" rtl="0" algn="l">
              <a:spcBef>
                <a:spcPts val="0"/>
              </a:spcBef>
              <a:spcAft>
                <a:spcPts val="0"/>
              </a:spcAft>
              <a:buSzPts val="1300"/>
              <a:buFont typeface="Barlow"/>
              <a:buChar char="❏"/>
            </a:pPr>
            <a:r>
              <a:rPr lang="en" sz="1300">
                <a:latin typeface="Barlow"/>
                <a:ea typeface="Barlow"/>
                <a:cs typeface="Barlow"/>
                <a:sym typeface="Barlow"/>
              </a:rPr>
              <a:t>All the models showed a large amount of cost savings. XGBOOST had the best savings out of all models.</a:t>
            </a:r>
            <a:endParaRPr sz="1300">
              <a:latin typeface="Barlow"/>
              <a:ea typeface="Barlow"/>
              <a:cs typeface="Barlow"/>
              <a:sym typeface="Barlow"/>
            </a:endParaRPr>
          </a:p>
          <a:p>
            <a:pPr indent="-311150" lvl="0" marL="457200" rtl="0" algn="l">
              <a:spcBef>
                <a:spcPts val="0"/>
              </a:spcBef>
              <a:spcAft>
                <a:spcPts val="0"/>
              </a:spcAft>
              <a:buSzPts val="1300"/>
              <a:buFont typeface="Barlow"/>
              <a:buChar char="❏"/>
            </a:pPr>
            <a:r>
              <a:rPr lang="en" sz="1300">
                <a:latin typeface="Barlow"/>
                <a:ea typeface="Barlow"/>
                <a:cs typeface="Barlow"/>
                <a:sym typeface="Barlow"/>
              </a:rPr>
              <a:t>Machine learning shows a strong potential for improving early </a:t>
            </a:r>
            <a:r>
              <a:rPr lang="en" sz="1300">
                <a:latin typeface="Barlow"/>
                <a:ea typeface="Barlow"/>
                <a:cs typeface="Barlow"/>
                <a:sym typeface="Barlow"/>
              </a:rPr>
              <a:t>detection</a:t>
            </a:r>
            <a:r>
              <a:rPr lang="en" sz="1300">
                <a:latin typeface="Barlow"/>
                <a:ea typeface="Barlow"/>
                <a:cs typeface="Barlow"/>
                <a:sym typeface="Barlow"/>
              </a:rPr>
              <a:t> of ICU readmissions. </a:t>
            </a:r>
            <a:endParaRPr sz="1300">
              <a:latin typeface="Barlow"/>
              <a:ea typeface="Barlow"/>
              <a:cs typeface="Barlow"/>
              <a:sym typeface="Barlo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74"/>
          <p:cNvSpPr txBox="1"/>
          <p:nvPr>
            <p:ph type="title"/>
          </p:nvPr>
        </p:nvSpPr>
        <p:spPr>
          <a:xfrm>
            <a:off x="2662050" y="1569925"/>
            <a:ext cx="3819900" cy="1031400"/>
          </a:xfrm>
          <a:prstGeom prst="rect">
            <a:avLst/>
          </a:prstGeom>
        </p:spPr>
        <p:txBody>
          <a:bodyPr anchorCtr="0" anchor="t" bIns="91425" lIns="91425" spcFirstLastPara="1" rIns="91425" wrap="square" tIns="91425">
            <a:spAutoFit/>
          </a:bodyPr>
          <a:lstStyle/>
          <a:p>
            <a:pPr indent="0" lvl="0" marL="0" rtl="0" algn="ctr">
              <a:spcBef>
                <a:spcPts val="0"/>
              </a:spcBef>
              <a:spcAft>
                <a:spcPts val="0"/>
              </a:spcAft>
              <a:buNone/>
            </a:pPr>
            <a:r>
              <a:rPr lang="en"/>
              <a:t>Thank you</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8" name="Shape 1018"/>
        <p:cNvGrpSpPr/>
        <p:nvPr/>
      </p:nvGrpSpPr>
      <p:grpSpPr>
        <a:xfrm>
          <a:off x="0" y="0"/>
          <a:ext cx="0" cy="0"/>
          <a:chOff x="0" y="0"/>
          <a:chExt cx="0" cy="0"/>
        </a:xfrm>
      </p:grpSpPr>
      <p:sp>
        <p:nvSpPr>
          <p:cNvPr id="1019" name="Google Shape;1019;p75"/>
          <p:cNvSpPr txBox="1"/>
          <p:nvPr>
            <p:ph type="title"/>
          </p:nvPr>
        </p:nvSpPr>
        <p:spPr>
          <a:xfrm>
            <a:off x="311700" y="2832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t>References</a:t>
            </a:r>
            <a:endParaRPr sz="2500"/>
          </a:p>
        </p:txBody>
      </p:sp>
      <p:sp>
        <p:nvSpPr>
          <p:cNvPr id="1020" name="Google Shape;1020;p75"/>
          <p:cNvSpPr txBox="1"/>
          <p:nvPr/>
        </p:nvSpPr>
        <p:spPr>
          <a:xfrm>
            <a:off x="371250" y="1005725"/>
            <a:ext cx="8495400" cy="390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000">
                <a:latin typeface="Barlow"/>
                <a:ea typeface="Barlow"/>
                <a:cs typeface="Barlow"/>
                <a:sym typeface="Barlow"/>
              </a:rPr>
              <a:t>Beauvais, B., Whitaker, Z., Kim, F., &amp; Anderson, B. (2022). </a:t>
            </a:r>
            <a:r>
              <a:rPr i="1" lang="en" sz="1000">
                <a:latin typeface="Barlow"/>
                <a:ea typeface="Barlow"/>
                <a:cs typeface="Barlow"/>
                <a:sym typeface="Barlow"/>
              </a:rPr>
              <a:t>Is the hospital value-based purchasing program associated with reduced hospital readmissions?</a:t>
            </a:r>
            <a:r>
              <a:rPr lang="en" sz="1000">
                <a:latin typeface="Barlow"/>
                <a:ea typeface="Barlow"/>
                <a:cs typeface="Barlow"/>
                <a:sym typeface="Barlow"/>
              </a:rPr>
              <a:t> Journal of Multidisciplinary Healthcare, 15, 1089–1099.</a:t>
            </a:r>
            <a:r>
              <a:rPr lang="en" sz="1000">
                <a:uFill>
                  <a:noFill/>
                </a:uFill>
                <a:latin typeface="Barlow"/>
                <a:ea typeface="Barlow"/>
                <a:cs typeface="Barlow"/>
                <a:sym typeface="Barlow"/>
                <a:hlinkClick r:id="rId3"/>
              </a:rPr>
              <a:t> </a:t>
            </a:r>
            <a:r>
              <a:rPr lang="en" sz="1000" u="sng">
                <a:solidFill>
                  <a:srgbClr val="1155CC"/>
                </a:solidFill>
                <a:latin typeface="Barlow"/>
                <a:ea typeface="Barlow"/>
                <a:cs typeface="Barlow"/>
                <a:sym typeface="Barlow"/>
                <a:hlinkClick r:id="rId4">
                  <a:extLst>
                    <a:ext uri="{A12FA001-AC4F-418D-AE19-62706E023703}">
                      <ahyp:hlinkClr val="tx"/>
                    </a:ext>
                  </a:extLst>
                </a:hlinkClick>
              </a:rPr>
              <a:t>https://doi.org/10.2147/JMDH.S358733</a:t>
            </a:r>
            <a:endParaRPr sz="1000" u="sng">
              <a:solidFill>
                <a:srgbClr val="1155CC"/>
              </a:solidFill>
              <a:latin typeface="Barlow"/>
              <a:ea typeface="Barlow"/>
              <a:cs typeface="Barlow"/>
              <a:sym typeface="Barlow"/>
            </a:endParaRPr>
          </a:p>
          <a:p>
            <a:pPr indent="0" lvl="0" marL="0" rtl="0" algn="l">
              <a:lnSpc>
                <a:spcPct val="115000"/>
              </a:lnSpc>
              <a:spcBef>
                <a:spcPts val="1200"/>
              </a:spcBef>
              <a:spcAft>
                <a:spcPts val="0"/>
              </a:spcAft>
              <a:buNone/>
            </a:pPr>
            <a:r>
              <a:rPr lang="en" sz="1000">
                <a:latin typeface="Barlow"/>
                <a:ea typeface="Barlow"/>
                <a:cs typeface="Barlow"/>
                <a:sym typeface="Barlow"/>
              </a:rPr>
              <a:t>Blinder, Y. (n.d.). </a:t>
            </a:r>
            <a:r>
              <a:rPr i="1" lang="en" sz="1000">
                <a:latin typeface="Barlow"/>
                <a:ea typeface="Barlow"/>
                <a:cs typeface="Barlow"/>
                <a:sym typeface="Barlow"/>
              </a:rPr>
              <a:t>all_data.sql</a:t>
            </a:r>
            <a:r>
              <a:rPr lang="en" sz="1000">
                <a:latin typeface="Barlow"/>
                <a:ea typeface="Barlow"/>
                <a:cs typeface="Barlow"/>
                <a:sym typeface="Barlow"/>
              </a:rPr>
              <a:t> [SQL script]. GitHub.</a:t>
            </a:r>
            <a:r>
              <a:rPr lang="en" sz="1000">
                <a:uFill>
                  <a:noFill/>
                </a:uFill>
                <a:latin typeface="Barlow"/>
                <a:ea typeface="Barlow"/>
                <a:cs typeface="Barlow"/>
                <a:sym typeface="Barlow"/>
                <a:hlinkClick r:id="rId5"/>
              </a:rPr>
              <a:t> </a:t>
            </a:r>
            <a:r>
              <a:rPr lang="en" sz="1000" u="sng">
                <a:solidFill>
                  <a:srgbClr val="1155CC"/>
                </a:solidFill>
                <a:latin typeface="Barlow"/>
                <a:ea typeface="Barlow"/>
                <a:cs typeface="Barlow"/>
                <a:sym typeface="Barlow"/>
                <a:hlinkClick r:id="rId6">
                  <a:extLst>
                    <a:ext uri="{A12FA001-AC4F-418D-AE19-62706E023703}">
                      <ahyp:hlinkClr val="tx"/>
                    </a:ext>
                  </a:extLst>
                </a:hlinkClick>
              </a:rPr>
              <a:t>https://github.com/YaronBlinder/MIMIC-III_readmission/blob/master/all_data.sql</a:t>
            </a:r>
            <a:endParaRPr sz="1000" u="sng">
              <a:solidFill>
                <a:srgbClr val="1155CC"/>
              </a:solidFill>
              <a:latin typeface="Barlow"/>
              <a:ea typeface="Barlow"/>
              <a:cs typeface="Barlow"/>
              <a:sym typeface="Barlow"/>
            </a:endParaRPr>
          </a:p>
          <a:p>
            <a:pPr indent="0" lvl="0" marL="0" rtl="0" algn="l">
              <a:lnSpc>
                <a:spcPct val="115000"/>
              </a:lnSpc>
              <a:spcBef>
                <a:spcPts val="1200"/>
              </a:spcBef>
              <a:spcAft>
                <a:spcPts val="0"/>
              </a:spcAft>
              <a:buNone/>
            </a:pPr>
            <a:r>
              <a:rPr lang="en" sz="1000">
                <a:latin typeface="Barlow"/>
                <a:ea typeface="Barlow"/>
                <a:cs typeface="Barlow"/>
                <a:sym typeface="Barlow"/>
              </a:rPr>
              <a:t> Deo, R. C. (2015). Machine learning in medicine. </a:t>
            </a:r>
            <a:r>
              <a:rPr i="1" lang="en" sz="1000">
                <a:latin typeface="Barlow"/>
                <a:ea typeface="Barlow"/>
                <a:cs typeface="Barlow"/>
                <a:sym typeface="Barlow"/>
              </a:rPr>
              <a:t>Circulation, 132</a:t>
            </a:r>
            <a:r>
              <a:rPr lang="en" sz="1000">
                <a:latin typeface="Barlow"/>
                <a:ea typeface="Barlow"/>
                <a:cs typeface="Barlow"/>
                <a:sym typeface="Barlow"/>
              </a:rPr>
              <a:t>(20), 1920–1930. </a:t>
            </a:r>
            <a:r>
              <a:rPr lang="en" sz="1000" u="sng">
                <a:solidFill>
                  <a:srgbClr val="1155CC"/>
                </a:solidFill>
                <a:latin typeface="Barlow"/>
                <a:ea typeface="Barlow"/>
                <a:cs typeface="Barlow"/>
                <a:sym typeface="Barlow"/>
                <a:hlinkClick r:id="rId7">
                  <a:extLst>
                    <a:ext uri="{A12FA001-AC4F-418D-AE19-62706E023703}">
                      <ahyp:hlinkClr val="tx"/>
                    </a:ext>
                  </a:extLst>
                </a:hlinkClick>
              </a:rPr>
              <a:t>https://doi.org/10.1161/CIRCULATIONAHA.115.001593</a:t>
            </a:r>
            <a:endParaRPr sz="1000">
              <a:latin typeface="Barlow"/>
              <a:ea typeface="Barlow"/>
              <a:cs typeface="Barlow"/>
              <a:sym typeface="Barlow"/>
            </a:endParaRPr>
          </a:p>
          <a:p>
            <a:pPr indent="0" lvl="0" marL="0" rtl="0" algn="l">
              <a:lnSpc>
                <a:spcPct val="115000"/>
              </a:lnSpc>
              <a:spcBef>
                <a:spcPts val="1200"/>
              </a:spcBef>
              <a:spcAft>
                <a:spcPts val="0"/>
              </a:spcAft>
              <a:buNone/>
            </a:pPr>
            <a:r>
              <a:rPr lang="en" sz="1000">
                <a:latin typeface="Barlow"/>
                <a:ea typeface="Barlow"/>
                <a:cs typeface="Barlow"/>
                <a:sym typeface="Barlow"/>
              </a:rPr>
              <a:t>Golas, S. B., Shibahara, T., Agboola, S., Otaki, H., Sato, J., Nakae, T., Hisamitsu, T., Kojima, G., Felsted, J., Kakarmath, S., Kvedar, J., &amp; Jethwani, K. (2018). A machine learning model to predict the risk of 30-day readmissions in patients with heart failure: A retrospective analysis of electronic medical records data. </a:t>
            </a:r>
            <a:r>
              <a:rPr i="1" lang="en" sz="1000">
                <a:latin typeface="Barlow"/>
                <a:ea typeface="Barlow"/>
                <a:cs typeface="Barlow"/>
                <a:sym typeface="Barlow"/>
              </a:rPr>
              <a:t>BMC Medical Informatics and Decision Making, 18</a:t>
            </a:r>
            <a:r>
              <a:rPr lang="en" sz="1000">
                <a:latin typeface="Barlow"/>
                <a:ea typeface="Barlow"/>
                <a:cs typeface="Barlow"/>
                <a:sym typeface="Barlow"/>
              </a:rPr>
              <a:t>(1), 44. </a:t>
            </a:r>
            <a:r>
              <a:rPr lang="en" sz="1000" u="sng">
                <a:solidFill>
                  <a:srgbClr val="1155CC"/>
                </a:solidFill>
                <a:latin typeface="Barlow"/>
                <a:ea typeface="Barlow"/>
                <a:cs typeface="Barlow"/>
                <a:sym typeface="Barlow"/>
                <a:hlinkClick r:id="rId8">
                  <a:extLst>
                    <a:ext uri="{A12FA001-AC4F-418D-AE19-62706E023703}">
                      <ahyp:hlinkClr val="tx"/>
                    </a:ext>
                  </a:extLst>
                </a:hlinkClick>
              </a:rPr>
              <a:t>https://doi.org/10.1186/s12911-018-0620-z</a:t>
            </a:r>
            <a:endParaRPr sz="1000">
              <a:latin typeface="Barlow"/>
              <a:ea typeface="Barlow"/>
              <a:cs typeface="Barlow"/>
              <a:sym typeface="Barlow"/>
            </a:endParaRPr>
          </a:p>
          <a:p>
            <a:pPr indent="0" lvl="0" marL="0" rtl="0" algn="l">
              <a:lnSpc>
                <a:spcPct val="115000"/>
              </a:lnSpc>
              <a:spcBef>
                <a:spcPts val="1200"/>
              </a:spcBef>
              <a:spcAft>
                <a:spcPts val="0"/>
              </a:spcAft>
              <a:buNone/>
            </a:pPr>
            <a:r>
              <a:rPr lang="en" sz="1000">
                <a:latin typeface="Barlow"/>
                <a:ea typeface="Barlow"/>
                <a:cs typeface="Barlow"/>
                <a:sym typeface="Barlow"/>
              </a:rPr>
              <a:t>Inan, O. T., Tenaerts, P., Prindiville, S. A., Reynolds, H. R., Dizon, D. S., Cooper-Arnold, K., Turakhia, M. P., Pletcher, M. J., Preston, K. L., Krumholz, H. M., Marlin, B. M., Mandl, K. D., &amp; Califf, R. M. (2020). Digitizing clinical trials. </a:t>
            </a:r>
            <a:r>
              <a:rPr i="1" lang="en" sz="1000">
                <a:latin typeface="Barlow"/>
                <a:ea typeface="Barlow"/>
                <a:cs typeface="Barlow"/>
                <a:sym typeface="Barlow"/>
              </a:rPr>
              <a:t>Journal of Personalized Medicine, 10</a:t>
            </a:r>
            <a:r>
              <a:rPr lang="en" sz="1000">
                <a:latin typeface="Barlow"/>
                <a:ea typeface="Barlow"/>
                <a:cs typeface="Barlow"/>
                <a:sym typeface="Barlow"/>
              </a:rPr>
              <a:t>(2), 21.</a:t>
            </a:r>
            <a:r>
              <a:rPr lang="en" sz="1000">
                <a:uFill>
                  <a:noFill/>
                </a:uFill>
                <a:latin typeface="Barlow"/>
                <a:ea typeface="Barlow"/>
                <a:cs typeface="Barlow"/>
                <a:sym typeface="Barlow"/>
                <a:hlinkClick r:id="rId9"/>
              </a:rPr>
              <a:t> </a:t>
            </a:r>
            <a:r>
              <a:rPr lang="en" sz="1000" u="sng">
                <a:solidFill>
                  <a:srgbClr val="1155CC"/>
                </a:solidFill>
                <a:latin typeface="Barlow"/>
                <a:ea typeface="Barlow"/>
                <a:cs typeface="Barlow"/>
                <a:sym typeface="Barlow"/>
                <a:hlinkClick r:id="rId10">
                  <a:extLst>
                    <a:ext uri="{A12FA001-AC4F-418D-AE19-62706E023703}">
                      <ahyp:hlinkClr val="tx"/>
                    </a:ext>
                  </a:extLst>
                </a:hlinkClick>
              </a:rPr>
              <a:t>https://doi.org/10.3390/jpm10020021</a:t>
            </a:r>
            <a:endParaRPr sz="1000" u="sng">
              <a:solidFill>
                <a:srgbClr val="1155CC"/>
              </a:solidFill>
              <a:latin typeface="Barlow"/>
              <a:ea typeface="Barlow"/>
              <a:cs typeface="Barlow"/>
              <a:sym typeface="Barlow"/>
            </a:endParaRPr>
          </a:p>
          <a:p>
            <a:pPr indent="0" lvl="0" marL="0" rtl="0" algn="l">
              <a:lnSpc>
                <a:spcPct val="115000"/>
              </a:lnSpc>
              <a:spcBef>
                <a:spcPts val="1200"/>
              </a:spcBef>
              <a:spcAft>
                <a:spcPts val="0"/>
              </a:spcAft>
              <a:buNone/>
            </a:pPr>
            <a:r>
              <a:rPr lang="en" sz="1000">
                <a:latin typeface="Barlow"/>
                <a:ea typeface="Barlow"/>
                <a:cs typeface="Barlow"/>
                <a:sym typeface="Barlow"/>
              </a:rPr>
              <a:t>McNeill, H., &amp; Khairat, S. (2020). Impact of intensive care unit readmissions on patient outcomes and the evaluation of the national early warning score to prevent readmissions: Literature review. </a:t>
            </a:r>
            <a:r>
              <a:rPr i="1" lang="en" sz="1000">
                <a:latin typeface="Barlow"/>
                <a:ea typeface="Barlow"/>
                <a:cs typeface="Barlow"/>
                <a:sym typeface="Barlow"/>
              </a:rPr>
              <a:t>JMIR Perioperative Medicine, 3</a:t>
            </a:r>
            <a:r>
              <a:rPr lang="en" sz="1000">
                <a:latin typeface="Barlow"/>
                <a:ea typeface="Barlow"/>
                <a:cs typeface="Barlow"/>
                <a:sym typeface="Barlow"/>
              </a:rPr>
              <a:t>(1), e13782.</a:t>
            </a:r>
            <a:r>
              <a:rPr lang="en" sz="1000">
                <a:uFill>
                  <a:noFill/>
                </a:uFill>
                <a:latin typeface="Barlow"/>
                <a:ea typeface="Barlow"/>
                <a:cs typeface="Barlow"/>
                <a:sym typeface="Barlow"/>
                <a:hlinkClick r:id="rId11"/>
              </a:rPr>
              <a:t> </a:t>
            </a:r>
            <a:r>
              <a:rPr lang="en" sz="1000" u="sng">
                <a:solidFill>
                  <a:srgbClr val="1155CC"/>
                </a:solidFill>
                <a:latin typeface="Barlow"/>
                <a:ea typeface="Barlow"/>
                <a:cs typeface="Barlow"/>
                <a:sym typeface="Barlow"/>
                <a:hlinkClick r:id="rId12">
                  <a:extLst>
                    <a:ext uri="{A12FA001-AC4F-418D-AE19-62706E023703}">
                      <ahyp:hlinkClr val="tx"/>
                    </a:ext>
                  </a:extLst>
                </a:hlinkClick>
              </a:rPr>
              <a:t>https://doi.org/10.2196/13782</a:t>
            </a:r>
            <a:endParaRPr sz="1000" u="sng">
              <a:solidFill>
                <a:srgbClr val="1155CC"/>
              </a:solidFill>
              <a:latin typeface="Barlow"/>
              <a:ea typeface="Barlow"/>
              <a:cs typeface="Barlow"/>
              <a:sym typeface="Barlow"/>
            </a:endParaRPr>
          </a:p>
          <a:p>
            <a:pPr indent="0" lvl="0" marL="0" rtl="0" algn="l">
              <a:lnSpc>
                <a:spcPct val="115000"/>
              </a:lnSpc>
              <a:spcBef>
                <a:spcPts val="1200"/>
              </a:spcBef>
              <a:spcAft>
                <a:spcPts val="0"/>
              </a:spcAft>
              <a:buNone/>
            </a:pPr>
            <a:r>
              <a:rPr lang="en" sz="1000">
                <a:latin typeface="Barlow"/>
                <a:ea typeface="Barlow"/>
                <a:cs typeface="Barlow"/>
                <a:sym typeface="Barlow"/>
              </a:rPr>
              <a:t>Moerschbacher, A., &amp; He, Z. (2023). Building prediction models for 30-day readmissions among ICU patients using both structured and unstructured data in electronic health records. In </a:t>
            </a:r>
            <a:r>
              <a:rPr i="1" lang="en" sz="1000">
                <a:latin typeface="Barlow"/>
                <a:ea typeface="Barlow"/>
                <a:cs typeface="Barlow"/>
                <a:sym typeface="Barlow"/>
              </a:rPr>
              <a:t>Proceedings of the IEEE International Conference on Bioinformatics and Biomedicine</a:t>
            </a:r>
            <a:r>
              <a:rPr lang="en" sz="1000">
                <a:latin typeface="Barlow"/>
                <a:ea typeface="Barlow"/>
                <a:cs typeface="Barlow"/>
                <a:sym typeface="Barlow"/>
              </a:rPr>
              <a:t> (pp. 4368–4373).</a:t>
            </a:r>
            <a:r>
              <a:rPr lang="en" sz="1000">
                <a:uFill>
                  <a:noFill/>
                </a:uFill>
                <a:latin typeface="Barlow"/>
                <a:ea typeface="Barlow"/>
                <a:cs typeface="Barlow"/>
                <a:sym typeface="Barlow"/>
                <a:hlinkClick r:id="rId13"/>
              </a:rPr>
              <a:t> </a:t>
            </a:r>
            <a:r>
              <a:rPr lang="en" sz="1000" u="sng">
                <a:solidFill>
                  <a:srgbClr val="1155CC"/>
                </a:solidFill>
                <a:latin typeface="Barlow"/>
                <a:ea typeface="Barlow"/>
                <a:cs typeface="Barlow"/>
                <a:sym typeface="Barlow"/>
                <a:hlinkClick r:id="rId14">
                  <a:extLst>
                    <a:ext uri="{A12FA001-AC4F-418D-AE19-62706E023703}">
                      <ahyp:hlinkClr val="tx"/>
                    </a:ext>
                  </a:extLst>
                </a:hlinkClick>
              </a:rPr>
              <a:t>https://doi.org/10.1109/bibm58861.2023.10385612</a:t>
            </a:r>
            <a:endParaRPr sz="1000" u="sng">
              <a:solidFill>
                <a:srgbClr val="1155CC"/>
              </a:solidFill>
              <a:latin typeface="Barlow"/>
              <a:ea typeface="Barlow"/>
              <a:cs typeface="Barlow"/>
              <a:sym typeface="Barlow"/>
            </a:endParaRPr>
          </a:p>
          <a:p>
            <a:pPr indent="0" lvl="0" marL="0" rtl="0" algn="l">
              <a:lnSpc>
                <a:spcPct val="115000"/>
              </a:lnSpc>
              <a:spcBef>
                <a:spcPts val="1200"/>
              </a:spcBef>
              <a:spcAft>
                <a:spcPts val="0"/>
              </a:spcAft>
              <a:buNone/>
            </a:pPr>
            <a:r>
              <a:rPr lang="en" sz="1000">
                <a:latin typeface="Barlow"/>
                <a:ea typeface="Barlow"/>
                <a:cs typeface="Barlow"/>
                <a:sym typeface="Barlow"/>
              </a:rPr>
              <a:t>Toma, M., &amp; Wei, O. C. (2023). Predictive modeling in medicine. </a:t>
            </a:r>
            <a:r>
              <a:rPr i="1" lang="en" sz="1000">
                <a:latin typeface="Barlow"/>
                <a:ea typeface="Barlow"/>
                <a:cs typeface="Barlow"/>
                <a:sym typeface="Barlow"/>
              </a:rPr>
              <a:t>Encyclopedia, 3</a:t>
            </a:r>
            <a:r>
              <a:rPr lang="en" sz="1000">
                <a:latin typeface="Barlow"/>
                <a:ea typeface="Barlow"/>
                <a:cs typeface="Barlow"/>
                <a:sym typeface="Barlow"/>
              </a:rPr>
              <a:t>(2), 590–601. </a:t>
            </a:r>
            <a:r>
              <a:rPr lang="en" sz="1000" u="sng">
                <a:solidFill>
                  <a:srgbClr val="1155CC"/>
                </a:solidFill>
                <a:latin typeface="Barlow"/>
                <a:ea typeface="Barlow"/>
                <a:cs typeface="Barlow"/>
                <a:sym typeface="Barlow"/>
                <a:hlinkClick r:id="rId15">
                  <a:extLst>
                    <a:ext uri="{A12FA001-AC4F-418D-AE19-62706E023703}">
                      <ahyp:hlinkClr val="tx"/>
                    </a:ext>
                  </a:extLst>
                </a:hlinkClick>
              </a:rPr>
              <a:t>https://doi.org/10.3390/encyclopedia3020042</a:t>
            </a:r>
            <a:endParaRPr sz="1000">
              <a:latin typeface="Barlow"/>
              <a:ea typeface="Barlow"/>
              <a:cs typeface="Barlow"/>
              <a:sym typeface="Barlow"/>
            </a:endParaRPr>
          </a:p>
          <a:p>
            <a:pPr indent="0" lvl="0" marL="0" rtl="0" algn="l">
              <a:lnSpc>
                <a:spcPct val="115000"/>
              </a:lnSpc>
              <a:spcBef>
                <a:spcPts val="1200"/>
              </a:spcBef>
              <a:spcAft>
                <a:spcPts val="0"/>
              </a:spcAft>
              <a:buNone/>
            </a:pPr>
            <a:r>
              <a:t/>
            </a:r>
            <a:endParaRPr sz="1000">
              <a:latin typeface="Barlow"/>
              <a:ea typeface="Barlow"/>
              <a:cs typeface="Barlow"/>
              <a:sym typeface="Barlow"/>
            </a:endParaRPr>
          </a:p>
          <a:p>
            <a:pPr indent="0" lvl="0" marL="0" rtl="0" algn="l">
              <a:spcBef>
                <a:spcPts val="0"/>
              </a:spcBef>
              <a:spcAft>
                <a:spcPts val="0"/>
              </a:spcAft>
              <a:buNone/>
            </a:pPr>
            <a:r>
              <a:t/>
            </a:r>
            <a:endParaRPr sz="1200">
              <a:solidFill>
                <a:schemeClr val="lt1"/>
              </a:solidFill>
              <a:latin typeface="Sora"/>
              <a:ea typeface="Sora"/>
              <a:cs typeface="Sora"/>
              <a:sym typeface="Sora"/>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